
<file path=[Content_Types].xml><?xml version="1.0" encoding="utf-8"?>
<Types xmlns="http://schemas.openxmlformats.org/package/2006/content-types">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Lst>
  <p:notesMasterIdLst>
    <p:notesMasterId r:id="rId12"/>
  </p:notesMasterIdLst>
  <p:sldIdLst>
    <p:sldId id="267" r:id="rId2"/>
    <p:sldId id="268" r:id="rId3"/>
    <p:sldId id="269" r:id="rId4"/>
    <p:sldId id="270" r:id="rId5"/>
    <p:sldId id="273" r:id="rId6"/>
    <p:sldId id="271" r:id="rId7"/>
    <p:sldId id="274" r:id="rId8"/>
    <p:sldId id="272" r:id="rId9"/>
    <p:sldId id="275" r:id="rId10"/>
    <p:sldId id="276"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4EEC1D2-BB5C-425F-BCA3-E761B9F43B0F}" v="1" dt="2026-04-28T10:50:40.10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60" d="100"/>
          <a:sy n="160" d="100"/>
        </p:scale>
        <p:origin x="5266" y="9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ré-Guy Bruneau" userId="c9f3b82d5570fc32" providerId="LiveId" clId="{C4496A7D-9A64-4B82-9835-F710A7718518}"/>
    <pc:docChg chg="custSel addSld delSld modSld addMainMaster delMainMaster">
      <pc:chgData name="André-Guy Bruneau" userId="c9f3b82d5570fc32" providerId="LiveId" clId="{C4496A7D-9A64-4B82-9835-F710A7718518}" dt="2026-04-28T10:58:34.947" v="32"/>
      <pc:docMkLst>
        <pc:docMk/>
      </pc:docMkLst>
      <pc:sldChg chg="del">
        <pc:chgData name="André-Guy Bruneau" userId="c9f3b82d5570fc32" providerId="LiveId" clId="{C4496A7D-9A64-4B82-9835-F710A7718518}" dt="2026-04-28T10:53:19.749" v="1"/>
        <pc:sldMkLst>
          <pc:docMk/>
          <pc:sldMk cId="0" sldId="256"/>
        </pc:sldMkLst>
      </pc:sldChg>
      <pc:sldChg chg="del mod modClrScheme chgLayout">
        <pc:chgData name="André-Guy Bruneau" userId="c9f3b82d5570fc32" providerId="LiveId" clId="{C4496A7D-9A64-4B82-9835-F710A7718518}" dt="2026-04-28T10:54:17.721" v="16"/>
        <pc:sldMkLst>
          <pc:docMk/>
          <pc:sldMk cId="0" sldId="257"/>
        </pc:sldMkLst>
      </pc:sldChg>
      <pc:sldChg chg="del mod modClrScheme chgLayout">
        <pc:chgData name="André-Guy Bruneau" userId="c9f3b82d5570fc32" providerId="LiveId" clId="{C4496A7D-9A64-4B82-9835-F710A7718518}" dt="2026-04-28T10:54:50.141" v="18"/>
        <pc:sldMkLst>
          <pc:docMk/>
          <pc:sldMk cId="0" sldId="258"/>
        </pc:sldMkLst>
      </pc:sldChg>
      <pc:sldChg chg="del mod modClrScheme chgLayout">
        <pc:chgData name="André-Guy Bruneau" userId="c9f3b82d5570fc32" providerId="LiveId" clId="{C4496A7D-9A64-4B82-9835-F710A7718518}" dt="2026-04-28T10:55:30.263" v="20"/>
        <pc:sldMkLst>
          <pc:docMk/>
          <pc:sldMk cId="0" sldId="259"/>
        </pc:sldMkLst>
      </pc:sldChg>
      <pc:sldChg chg="del mod modClrScheme chgLayout">
        <pc:chgData name="André-Guy Bruneau" userId="c9f3b82d5570fc32" providerId="LiveId" clId="{C4496A7D-9A64-4B82-9835-F710A7718518}" dt="2026-04-28T10:56:59.094" v="26"/>
        <pc:sldMkLst>
          <pc:docMk/>
          <pc:sldMk cId="0" sldId="260"/>
        </pc:sldMkLst>
      </pc:sldChg>
      <pc:sldChg chg="del mod modClrScheme chgLayout">
        <pc:chgData name="André-Guy Bruneau" userId="c9f3b82d5570fc32" providerId="LiveId" clId="{C4496A7D-9A64-4B82-9835-F710A7718518}" dt="2026-04-28T10:55:56.570" v="22"/>
        <pc:sldMkLst>
          <pc:docMk/>
          <pc:sldMk cId="0" sldId="261"/>
        </pc:sldMkLst>
      </pc:sldChg>
      <pc:sldChg chg="del mod modClrScheme chgLayout">
        <pc:chgData name="André-Guy Bruneau" userId="c9f3b82d5570fc32" providerId="LiveId" clId="{C4496A7D-9A64-4B82-9835-F710A7718518}" dt="2026-04-28T10:57:31.941" v="28"/>
        <pc:sldMkLst>
          <pc:docMk/>
          <pc:sldMk cId="0" sldId="262"/>
        </pc:sldMkLst>
      </pc:sldChg>
      <pc:sldChg chg="del mod modClrScheme chgLayout">
        <pc:chgData name="André-Guy Bruneau" userId="c9f3b82d5570fc32" providerId="LiveId" clId="{C4496A7D-9A64-4B82-9835-F710A7718518}" dt="2026-04-28T10:56:15.088" v="24"/>
        <pc:sldMkLst>
          <pc:docMk/>
          <pc:sldMk cId="0" sldId="263"/>
        </pc:sldMkLst>
      </pc:sldChg>
      <pc:sldChg chg="del mod modClrScheme chgLayout">
        <pc:chgData name="André-Guy Bruneau" userId="c9f3b82d5570fc32" providerId="LiveId" clId="{C4496A7D-9A64-4B82-9835-F710A7718518}" dt="2026-04-28T10:57:59.358" v="30"/>
        <pc:sldMkLst>
          <pc:docMk/>
          <pc:sldMk cId="0" sldId="264"/>
        </pc:sldMkLst>
      </pc:sldChg>
      <pc:sldChg chg="del mod modClrScheme chgLayout">
        <pc:chgData name="André-Guy Bruneau" userId="c9f3b82d5570fc32" providerId="LiveId" clId="{C4496A7D-9A64-4B82-9835-F710A7718518}" dt="2026-04-28T10:58:34.947" v="32"/>
        <pc:sldMkLst>
          <pc:docMk/>
          <pc:sldMk cId="0" sldId="265"/>
        </pc:sldMkLst>
      </pc:sldChg>
      <pc:sldChg chg="add del">
        <pc:chgData name="André-Guy Bruneau" userId="c9f3b82d5570fc32" providerId="LiveId" clId="{C4496A7D-9A64-4B82-9835-F710A7718518}" dt="2026-04-28T10:53:51.210" v="14"/>
        <pc:sldMkLst>
          <pc:docMk/>
          <pc:sldMk cId="558730018" sldId="266"/>
        </pc:sldMkLst>
      </pc:sldChg>
      <pc:sldChg chg="new del">
        <pc:chgData name="André-Guy Bruneau" userId="c9f3b82d5570fc32" providerId="LiveId" clId="{C4496A7D-9A64-4B82-9835-F710A7718518}" dt="2026-04-28T10:53:20.286" v="12"/>
        <pc:sldMkLst>
          <pc:docMk/>
          <pc:sldMk cId="2946593201" sldId="267"/>
        </pc:sldMkLst>
      </pc:sldChg>
      <pc:sldChg chg="add">
        <pc:chgData name="André-Guy Bruneau" userId="c9f3b82d5570fc32" providerId="LiveId" clId="{C4496A7D-9A64-4B82-9835-F710A7718518}" dt="2026-04-28T10:53:51.208" v="13"/>
        <pc:sldMkLst>
          <pc:docMk/>
          <pc:sldMk cId="4211789870" sldId="267"/>
        </pc:sldMkLst>
      </pc:sldChg>
      <pc:sldChg chg="add">
        <pc:chgData name="André-Guy Bruneau" userId="c9f3b82d5570fc32" providerId="LiveId" clId="{C4496A7D-9A64-4B82-9835-F710A7718518}" dt="2026-04-28T10:54:17.719" v="15"/>
        <pc:sldMkLst>
          <pc:docMk/>
          <pc:sldMk cId="4085488816" sldId="268"/>
        </pc:sldMkLst>
      </pc:sldChg>
      <pc:sldChg chg="add">
        <pc:chgData name="André-Guy Bruneau" userId="c9f3b82d5570fc32" providerId="LiveId" clId="{C4496A7D-9A64-4B82-9835-F710A7718518}" dt="2026-04-28T10:54:50.139" v="17"/>
        <pc:sldMkLst>
          <pc:docMk/>
          <pc:sldMk cId="1267631985" sldId="269"/>
        </pc:sldMkLst>
      </pc:sldChg>
      <pc:sldChg chg="add">
        <pc:chgData name="André-Guy Bruneau" userId="c9f3b82d5570fc32" providerId="LiveId" clId="{C4496A7D-9A64-4B82-9835-F710A7718518}" dt="2026-04-28T10:55:30.254" v="19"/>
        <pc:sldMkLst>
          <pc:docMk/>
          <pc:sldMk cId="2756392915" sldId="270"/>
        </pc:sldMkLst>
      </pc:sldChg>
      <pc:sldChg chg="add">
        <pc:chgData name="André-Guy Bruneau" userId="c9f3b82d5570fc32" providerId="LiveId" clId="{C4496A7D-9A64-4B82-9835-F710A7718518}" dt="2026-04-28T10:55:56.569" v="21"/>
        <pc:sldMkLst>
          <pc:docMk/>
          <pc:sldMk cId="3418046460" sldId="271"/>
        </pc:sldMkLst>
      </pc:sldChg>
      <pc:sldChg chg="add">
        <pc:chgData name="André-Guy Bruneau" userId="c9f3b82d5570fc32" providerId="LiveId" clId="{C4496A7D-9A64-4B82-9835-F710A7718518}" dt="2026-04-28T10:56:15.086" v="23"/>
        <pc:sldMkLst>
          <pc:docMk/>
          <pc:sldMk cId="197995959" sldId="272"/>
        </pc:sldMkLst>
      </pc:sldChg>
      <pc:sldChg chg="add">
        <pc:chgData name="André-Guy Bruneau" userId="c9f3b82d5570fc32" providerId="LiveId" clId="{C4496A7D-9A64-4B82-9835-F710A7718518}" dt="2026-04-28T10:56:59.092" v="25"/>
        <pc:sldMkLst>
          <pc:docMk/>
          <pc:sldMk cId="1820624622" sldId="273"/>
        </pc:sldMkLst>
      </pc:sldChg>
      <pc:sldChg chg="add">
        <pc:chgData name="André-Guy Bruneau" userId="c9f3b82d5570fc32" providerId="LiveId" clId="{C4496A7D-9A64-4B82-9835-F710A7718518}" dt="2026-04-28T10:57:31.938" v="27"/>
        <pc:sldMkLst>
          <pc:docMk/>
          <pc:sldMk cId="3368569383" sldId="274"/>
        </pc:sldMkLst>
      </pc:sldChg>
      <pc:sldChg chg="add">
        <pc:chgData name="André-Guy Bruneau" userId="c9f3b82d5570fc32" providerId="LiveId" clId="{C4496A7D-9A64-4B82-9835-F710A7718518}" dt="2026-04-28T10:57:59.356" v="29"/>
        <pc:sldMkLst>
          <pc:docMk/>
          <pc:sldMk cId="1019835325" sldId="275"/>
        </pc:sldMkLst>
      </pc:sldChg>
      <pc:sldChg chg="add">
        <pc:chgData name="André-Guy Bruneau" userId="c9f3b82d5570fc32" providerId="LiveId" clId="{C4496A7D-9A64-4B82-9835-F710A7718518}" dt="2026-04-28T10:58:34.946" v="31"/>
        <pc:sldMkLst>
          <pc:docMk/>
          <pc:sldMk cId="3305160699" sldId="276"/>
        </pc:sldMkLst>
      </pc:sldChg>
      <pc:sldMasterChg chg="del delSldLayout">
        <pc:chgData name="André-Guy Bruneau" userId="c9f3b82d5570fc32" providerId="LiveId" clId="{C4496A7D-9A64-4B82-9835-F710A7718518}" dt="2026-04-28T10:53:20.286" v="12"/>
        <pc:sldMasterMkLst>
          <pc:docMk/>
          <pc:sldMasterMk cId="0" sldId="2147483648"/>
        </pc:sldMasterMkLst>
        <pc:sldLayoutChg chg="del">
          <pc:chgData name="André-Guy Bruneau" userId="c9f3b82d5570fc32" providerId="LiveId" clId="{C4496A7D-9A64-4B82-9835-F710A7718518}" dt="2026-04-28T10:53:20.286" v="12"/>
          <pc:sldLayoutMkLst>
            <pc:docMk/>
            <pc:sldMasterMk cId="0" sldId="2147483648"/>
            <pc:sldLayoutMk cId="0" sldId="2147483649"/>
          </pc:sldLayoutMkLst>
        </pc:sldLayoutChg>
      </pc:sldMasterChg>
      <pc:sldMasterChg chg="add addSldLayout modSldLayout">
        <pc:chgData name="André-Guy Bruneau" userId="c9f3b82d5570fc32" providerId="LiveId" clId="{C4496A7D-9A64-4B82-9835-F710A7718518}" dt="2026-04-28T10:53:19.740" v="0"/>
        <pc:sldMasterMkLst>
          <pc:docMk/>
          <pc:sldMasterMk cId="0" sldId="2147483650"/>
        </pc:sldMasterMkLst>
        <pc:sldLayoutChg chg="add mod">
          <pc:chgData name="André-Guy Bruneau" userId="c9f3b82d5570fc32" providerId="LiveId" clId="{C4496A7D-9A64-4B82-9835-F710A7718518}" dt="2026-04-28T10:53:19.740" v="0"/>
          <pc:sldLayoutMkLst>
            <pc:docMk/>
            <pc:sldMasterMk cId="0" sldId="2147483650"/>
            <pc:sldLayoutMk cId="0" sldId="2147483651"/>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597166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DEFAUL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A1F2E"/>
        </a:solidFill>
        <a:effectLst/>
      </p:bgPr>
    </p:bg>
    <p:spTree>
      <p:nvGrpSpPr>
        <p:cNvPr id="1" name=""/>
        <p:cNvGrpSpPr/>
        <p:nvPr/>
      </p:nvGrpSpPr>
      <p:grpSpPr>
        <a:xfrm>
          <a:off x="0" y="0"/>
          <a:ext cx="0" cy="0"/>
          <a:chOff x="0" y="0"/>
          <a:chExt cx="0" cy="0"/>
        </a:xfrm>
      </p:grpSpPr>
      <p:sp>
        <p:nvSpPr>
          <p:cNvPr id="9001" name="TopRule"/>
          <p:cNvSpPr/>
          <p:nvPr userDrawn="1"/>
        </p:nvSpPr>
        <p:spPr>
          <a:xfrm>
            <a:off x="457200" y="228600"/>
            <a:ext cx="457200" cy="9525"/>
          </a:xfrm>
          <a:prstGeom prst="rect">
            <a:avLst/>
          </a:prstGeom>
          <a:solidFill>
            <a:srgbClr val="D4A857"/>
          </a:solidFill>
          <a:ln>
            <a:noFill/>
          </a:ln>
        </p:spPr>
        <p:txBody>
          <a:bodyPr/>
          <a:lstStyle/>
          <a:p>
            <a:endParaRPr/>
          </a:p>
        </p:txBody>
      </p:sp>
    </p:spTree>
  </p:cSld>
  <p:clrMap bg1="lt1" tx1="dk1" bg2="lt2" tx2="dk2" accent1="accent1" accent2="accent2" accent3="accent3" accent4="accent4" accent5="accent5" accent6="accent6" hlink="hlink" folHlink="folHlink"/>
  <p:sldLayoutIdLst>
    <p:sldLayoutId id="2147483651" r:id="rId1"/>
  </p:sldLayoutIdLst>
  <p:hf sldNum="0" hdr="0" ftr="0" dt="0"/>
  <p:txStyles>
    <p:titleStyle>
      <a:lvl1pPr algn="ctr" defTabSz="914400" rtl="0" eaLnBrk="1" latinLnBrk="0" hangingPunct="1">
        <a:spcBef>
          <a:spcPct val="0"/>
        </a:spcBef>
        <a:buNone/>
        <a:defRPr sz="4400" kern="1200">
          <a:solidFill>
            <a:srgbClr val="F2EDE4"/>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rgbClr val="F2EDE4"/>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solidFill>
            <a:srgbClr val="F2EDE4"/>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215"/>
        </a:solidFill>
        <a:effectLst/>
      </p:bgPr>
    </p:bg>
    <p:spTree>
      <p:nvGrpSpPr>
        <p:cNvPr id="1" name=""/>
        <p:cNvGrpSpPr/>
        <p:nvPr/>
      </p:nvGrpSpPr>
      <p:grpSpPr>
        <a:xfrm>
          <a:off x="0" y="0"/>
          <a:ext cx="0" cy="0"/>
          <a:chOff x="0" y="0"/>
          <a:chExt cx="0" cy="0"/>
        </a:xfrm>
      </p:grpSpPr>
      <p:sp>
        <p:nvSpPr>
          <p:cNvPr id="100" name="Eyebrow"/>
          <p:cNvSpPr txBox="1"/>
          <p:nvPr/>
        </p:nvSpPr>
        <p:spPr>
          <a:xfrm>
            <a:off x="635000" y="635000"/>
            <a:ext cx="5080000" cy="254000"/>
          </a:xfrm>
          <a:prstGeom prst="rect">
            <a:avLst/>
          </a:prstGeom>
          <a:noFill/>
        </p:spPr>
        <p:txBody>
          <a:bodyPr wrap="square" lIns="0" tIns="0" rIns="0" bIns="0" anchor="t"/>
          <a:lstStyle/>
          <a:p>
            <a:pPr algn="l">
              <a:buNone/>
            </a:pPr>
            <a:r>
              <a:rPr lang="fr-FR" sz="1400" b="1" spc="400" dirty="0">
                <a:solidFill>
                  <a:srgbClr val="D4A857"/>
                </a:solidFill>
              </a:rPr>
              <a:t>PRÉDICATION DU DIMANCHE</a:t>
            </a:r>
          </a:p>
        </p:txBody>
      </p:sp>
      <p:sp>
        <p:nvSpPr>
          <p:cNvPr id="101" name="Ref"/>
          <p:cNvSpPr txBox="1"/>
          <p:nvPr/>
        </p:nvSpPr>
        <p:spPr>
          <a:xfrm>
            <a:off x="5715000" y="635000"/>
            <a:ext cx="2794000" cy="254000"/>
          </a:xfrm>
          <a:prstGeom prst="rect">
            <a:avLst/>
          </a:prstGeom>
          <a:noFill/>
        </p:spPr>
        <p:txBody>
          <a:bodyPr wrap="square" lIns="0" tIns="0" rIns="0" bIns="0" anchor="t"/>
          <a:lstStyle/>
          <a:p>
            <a:pPr algn="r">
              <a:buNone/>
            </a:pPr>
            <a:r>
              <a:rPr lang="fr-FR" sz="1400" b="1" spc="200" dirty="0">
                <a:solidFill>
                  <a:srgbClr val="B8B0A0"/>
                </a:solidFill>
              </a:rPr>
              <a:t>JACQUES 1 — 5</a:t>
            </a:r>
          </a:p>
        </p:txBody>
      </p:sp>
      <p:sp>
        <p:nvSpPr>
          <p:cNvPr id="102" name="Rule1"/>
          <p:cNvSpPr/>
          <p:nvPr/>
        </p:nvSpPr>
        <p:spPr>
          <a:xfrm>
            <a:off x="635000" y="1016000"/>
            <a:ext cx="762000" cy="25400"/>
          </a:xfrm>
          <a:prstGeom prst="rect">
            <a:avLst/>
          </a:prstGeom>
          <a:solidFill>
            <a:srgbClr val="D4A857"/>
          </a:solidFill>
          <a:ln>
            <a:noFill/>
          </a:ln>
        </p:spPr>
        <p:txBody>
          <a:bodyPr/>
          <a:lstStyle/>
          <a:p>
            <a:endParaRPr/>
          </a:p>
        </p:txBody>
      </p:sp>
      <p:sp>
        <p:nvSpPr>
          <p:cNvPr id="103" name="Title"/>
          <p:cNvSpPr txBox="1"/>
          <p:nvPr/>
        </p:nvSpPr>
        <p:spPr>
          <a:xfrm>
            <a:off x="635000" y="1778000"/>
            <a:ext cx="7874000" cy="1397000"/>
          </a:xfrm>
          <a:prstGeom prst="rect">
            <a:avLst/>
          </a:prstGeom>
          <a:noFill/>
        </p:spPr>
        <p:txBody>
          <a:bodyPr wrap="square" lIns="0" tIns="0" rIns="0" bIns="0" anchor="t"/>
          <a:lstStyle/>
          <a:p>
            <a:pPr algn="l">
              <a:buNone/>
            </a:pPr>
            <a:r>
              <a:rPr lang="fr-FR" sz="6600" i="1" dirty="0">
                <a:solidFill>
                  <a:srgbClr val="F2EDE4"/>
                </a:solidFill>
                <a:latin typeface="Playfair Display"/>
              </a:rPr>
              <a:t>Une foi qui tient</a:t>
            </a:r>
          </a:p>
        </p:txBody>
      </p:sp>
      <p:sp>
        <p:nvSpPr>
          <p:cNvPr id="104" name="Sub"/>
          <p:cNvSpPr txBox="1"/>
          <p:nvPr/>
        </p:nvSpPr>
        <p:spPr>
          <a:xfrm>
            <a:off x="635000" y="3111500"/>
            <a:ext cx="7874000" cy="444500"/>
          </a:xfrm>
          <a:prstGeom prst="rect">
            <a:avLst/>
          </a:prstGeom>
          <a:noFill/>
        </p:spPr>
        <p:txBody>
          <a:bodyPr wrap="square" lIns="0" tIns="0" rIns="0" bIns="0" anchor="t"/>
          <a:lstStyle/>
          <a:p>
            <a:pPr algn="l">
              <a:buNone/>
            </a:pPr>
            <a:r>
              <a:rPr lang="fr-FR" sz="2000" dirty="0">
                <a:solidFill>
                  <a:srgbClr val="D4A857"/>
                </a:solidFill>
                <a:latin typeface="Playfair Display"/>
              </a:rPr>
              <a:t>Trois marques selon l'épître de Jacques</a:t>
            </a:r>
          </a:p>
        </p:txBody>
      </p:sp>
      <p:sp>
        <p:nvSpPr>
          <p:cNvPr id="105" name="Rule2"/>
          <p:cNvSpPr/>
          <p:nvPr/>
        </p:nvSpPr>
        <p:spPr>
          <a:xfrm>
            <a:off x="635000" y="3937000"/>
            <a:ext cx="1270000" cy="25400"/>
          </a:xfrm>
          <a:prstGeom prst="rect">
            <a:avLst/>
          </a:prstGeom>
          <a:solidFill>
            <a:srgbClr val="D4A857"/>
          </a:solidFill>
          <a:ln>
            <a:noFill/>
          </a:ln>
        </p:spPr>
        <p:txBody>
          <a:bodyPr/>
          <a:lstStyle/>
          <a:p>
            <a:endParaRPr/>
          </a:p>
        </p:txBody>
      </p:sp>
      <p:sp>
        <p:nvSpPr>
          <p:cNvPr id="106" name="Pastor"/>
          <p:cNvSpPr txBox="1"/>
          <p:nvPr/>
        </p:nvSpPr>
        <p:spPr>
          <a:xfrm>
            <a:off x="635000" y="4127500"/>
            <a:ext cx="6350000" cy="279400"/>
          </a:xfrm>
          <a:prstGeom prst="rect">
            <a:avLst/>
          </a:prstGeom>
          <a:noFill/>
        </p:spPr>
        <p:txBody>
          <a:bodyPr wrap="square" lIns="0" tIns="0" rIns="0" bIns="0" anchor="t"/>
          <a:lstStyle/>
          <a:p>
            <a:pPr algn="l">
              <a:buNone/>
            </a:pPr>
            <a:r>
              <a:rPr lang="fr-FR" sz="1500" b="1" spc="100" dirty="0">
                <a:solidFill>
                  <a:srgbClr val="F2EDE4"/>
                </a:solidFill>
              </a:rPr>
              <a:t>PASTEUR ANDRÉ-GUY BRUNEAU</a:t>
            </a:r>
          </a:p>
        </p:txBody>
      </p:sp>
      <p:sp>
        <p:nvSpPr>
          <p:cNvPr id="107" name="Date"/>
          <p:cNvSpPr txBox="1"/>
          <p:nvPr/>
        </p:nvSpPr>
        <p:spPr>
          <a:xfrm>
            <a:off x="635000" y="4508500"/>
            <a:ext cx="6350000" cy="279400"/>
          </a:xfrm>
          <a:prstGeom prst="rect">
            <a:avLst/>
          </a:prstGeom>
          <a:noFill/>
        </p:spPr>
        <p:txBody>
          <a:bodyPr wrap="square" lIns="0" tIns="0" rIns="0" bIns="0" anchor="t"/>
          <a:lstStyle/>
          <a:p>
            <a:pPr algn="l">
              <a:buNone/>
            </a:pPr>
            <a:r>
              <a:rPr lang="fr-FR" sz="1400" dirty="0">
                <a:solidFill>
                  <a:srgbClr val="B8B0A0"/>
                </a:solidFill>
              </a:rPr>
              <a:t>Dimanche · 28 avril 2026</a:t>
            </a:r>
          </a:p>
        </p:txBody>
      </p:sp>
      <p:sp>
        <p:nvSpPr>
          <p:cNvPr id="108" name="Page"/>
          <p:cNvSpPr txBox="1"/>
          <p:nvPr/>
        </p:nvSpPr>
        <p:spPr>
          <a:xfrm>
            <a:off x="7874000" y="4864100"/>
            <a:ext cx="762000" cy="190500"/>
          </a:xfrm>
          <a:prstGeom prst="rect">
            <a:avLst/>
          </a:prstGeom>
          <a:noFill/>
        </p:spPr>
        <p:txBody>
          <a:bodyPr wrap="square" lIns="0" tIns="0" rIns="0" bIns="0" anchor="t"/>
          <a:lstStyle/>
          <a:p>
            <a:pPr algn="r">
              <a:buNone/>
            </a:pPr>
            <a:r>
              <a:rPr lang="fr-FR" sz="1000" spc="200" dirty="0">
                <a:solidFill>
                  <a:srgbClr val="B8B0A0"/>
                </a:solidFill>
              </a:rPr>
              <a:t>01 / 10</a:t>
            </a:r>
          </a:p>
        </p:txBody>
      </p:sp>
    </p:spTree>
    <p:extLst>
      <p:ext uri="{BB962C8B-B14F-4D97-AF65-F5344CB8AC3E}">
        <p14:creationId xmlns:p14="http://schemas.microsoft.com/office/powerpoint/2010/main" val="42117898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21215"/>
        </a:solidFill>
        <a:effectLst/>
      </p:bgPr>
    </p:bg>
    <p:spTree>
      <p:nvGrpSpPr>
        <p:cNvPr id="1" name=""/>
        <p:cNvGrpSpPr/>
        <p:nvPr/>
      </p:nvGrpSpPr>
      <p:grpSpPr>
        <a:xfrm>
          <a:off x="0" y="0"/>
          <a:ext cx="0" cy="0"/>
          <a:chOff x="0" y="0"/>
          <a:chExt cx="0" cy="0"/>
        </a:xfrm>
      </p:grpSpPr>
      <p:sp>
        <p:nvSpPr>
          <p:cNvPr id="200" name="Eyebrow"/>
          <p:cNvSpPr txBox="1"/>
          <p:nvPr/>
        </p:nvSpPr>
        <p:spPr>
          <a:xfrm>
            <a:off x="635000" y="635000"/>
            <a:ext cx="5080000" cy="254000"/>
          </a:xfrm>
          <a:prstGeom prst="rect">
            <a:avLst/>
          </a:prstGeom>
          <a:noFill/>
        </p:spPr>
        <p:txBody>
          <a:bodyPr wrap="square" lIns="0" tIns="0" rIns="0" bIns="0" anchor="t"/>
          <a:lstStyle/>
          <a:p>
            <a:pPr algn="l">
              <a:buNone/>
            </a:pPr>
            <a:r>
              <a:rPr lang="fr-FR" sz="1400" b="1" spc="400" dirty="0">
                <a:solidFill>
                  <a:srgbClr val="D4A857"/>
                </a:solidFill>
              </a:rPr>
              <a:t>L'IDÉE CENTRALE</a:t>
            </a:r>
          </a:p>
        </p:txBody>
      </p:sp>
      <p:sp>
        <p:nvSpPr>
          <p:cNvPr id="201" name="Rule"/>
          <p:cNvSpPr/>
          <p:nvPr/>
        </p:nvSpPr>
        <p:spPr>
          <a:xfrm>
            <a:off x="635000" y="1016000"/>
            <a:ext cx="762000" cy="25400"/>
          </a:xfrm>
          <a:prstGeom prst="rect">
            <a:avLst/>
          </a:prstGeom>
          <a:solidFill>
            <a:srgbClr val="D4A857"/>
          </a:solidFill>
          <a:ln>
            <a:noFill/>
          </a:ln>
        </p:spPr>
        <p:txBody>
          <a:bodyPr/>
          <a:lstStyle/>
          <a:p>
            <a:endParaRPr/>
          </a:p>
        </p:txBody>
      </p:sp>
      <p:sp>
        <p:nvSpPr>
          <p:cNvPr id="202" name="QuoteMark"/>
          <p:cNvSpPr txBox="1"/>
          <p:nvPr/>
        </p:nvSpPr>
        <p:spPr>
          <a:xfrm>
            <a:off x="508000" y="1206500"/>
            <a:ext cx="1524000" cy="1905000"/>
          </a:xfrm>
          <a:prstGeom prst="rect">
            <a:avLst/>
          </a:prstGeom>
          <a:noFill/>
        </p:spPr>
        <p:txBody>
          <a:bodyPr wrap="square" lIns="0" tIns="0" rIns="0" bIns="0" anchor="t"/>
          <a:lstStyle/>
          <a:p>
            <a:pPr algn="l">
              <a:buNone/>
            </a:pPr>
            <a:r>
              <a:rPr lang="fr-FR" sz="14000" i="1" dirty="0">
                <a:solidFill>
                  <a:srgbClr val="D4A857"/>
                </a:solidFill>
                <a:latin typeface="Playfair Display"/>
              </a:rPr>
              <a:t>“</a:t>
            </a:r>
          </a:p>
        </p:txBody>
      </p:sp>
      <p:sp>
        <p:nvSpPr>
          <p:cNvPr id="203" name="Quote"/>
          <p:cNvSpPr txBox="1"/>
          <p:nvPr/>
        </p:nvSpPr>
        <p:spPr>
          <a:xfrm>
            <a:off x="1524000" y="1778000"/>
            <a:ext cx="6858000" cy="2286000"/>
          </a:xfrm>
          <a:prstGeom prst="rect">
            <a:avLst/>
          </a:prstGeom>
          <a:noFill/>
        </p:spPr>
        <p:txBody>
          <a:bodyPr wrap="square" lIns="0" tIns="0" rIns="0" bIns="0" anchor="t"/>
          <a:lstStyle/>
          <a:p>
            <a:pPr algn="l">
              <a:lnSpc>
                <a:spcPct val="120000"/>
              </a:lnSpc>
              <a:buNone/>
            </a:pPr>
            <a:r>
              <a:rPr lang="fr-FR" sz="3200" i="1" dirty="0">
                <a:solidFill>
                  <a:srgbClr val="F2EDE4"/>
                </a:solidFill>
                <a:latin typeface="Playfair Display"/>
              </a:rPr>
              <a:t>La foi authentique se reconnaît à trois épreuves : </a:t>
            </a:r>
            <a:r>
              <a:rPr lang="fr-FR" sz="3200" i="1" dirty="0">
                <a:solidFill>
                  <a:srgbClr val="D4A857"/>
                </a:solidFill>
                <a:latin typeface="Playfair Display"/>
              </a:rPr>
              <a:t>la souffrance, l'action, et la parole.</a:t>
            </a:r>
          </a:p>
        </p:txBody>
      </p:sp>
      <p:sp>
        <p:nvSpPr>
          <p:cNvPr id="204" name="Page"/>
          <p:cNvSpPr txBox="1"/>
          <p:nvPr/>
        </p:nvSpPr>
        <p:spPr>
          <a:xfrm>
            <a:off x="7874000" y="4864100"/>
            <a:ext cx="762000" cy="190500"/>
          </a:xfrm>
          <a:prstGeom prst="rect">
            <a:avLst/>
          </a:prstGeom>
          <a:noFill/>
        </p:spPr>
        <p:txBody>
          <a:bodyPr wrap="square" lIns="0" tIns="0" rIns="0" bIns="0" anchor="t"/>
          <a:lstStyle/>
          <a:p>
            <a:pPr algn="r">
              <a:buNone/>
            </a:pPr>
            <a:r>
              <a:rPr lang="fr-FR" sz="1000" spc="200" dirty="0">
                <a:solidFill>
                  <a:srgbClr val="B8B0A0"/>
                </a:solidFill>
              </a:rPr>
              <a:t>02 / 10</a:t>
            </a:r>
          </a:p>
        </p:txBody>
      </p:sp>
    </p:spTree>
    <p:extLst>
      <p:ext uri="{BB962C8B-B14F-4D97-AF65-F5344CB8AC3E}">
        <p14:creationId xmlns:p14="http://schemas.microsoft.com/office/powerpoint/2010/main" val="40854888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1215"/>
        </a:solidFill>
        <a:effectLst/>
      </p:bgPr>
    </p:bg>
    <p:spTree>
      <p:nvGrpSpPr>
        <p:cNvPr id="1" name=""/>
        <p:cNvGrpSpPr/>
        <p:nvPr/>
      </p:nvGrpSpPr>
      <p:grpSpPr>
        <a:xfrm>
          <a:off x="0" y="0"/>
          <a:ext cx="0" cy="0"/>
          <a:chOff x="0" y="0"/>
          <a:chExt cx="0" cy="0"/>
        </a:xfrm>
      </p:grpSpPr>
      <p:sp>
        <p:nvSpPr>
          <p:cNvPr id="300" name="Eyebrow"/>
          <p:cNvSpPr txBox="1"/>
          <p:nvPr/>
        </p:nvSpPr>
        <p:spPr>
          <a:xfrm>
            <a:off x="457200" y="635000"/>
            <a:ext cx="5080000" cy="254000"/>
          </a:xfrm>
          <a:prstGeom prst="rect">
            <a:avLst/>
          </a:prstGeom>
          <a:noFill/>
        </p:spPr>
        <p:txBody>
          <a:bodyPr wrap="square" lIns="0" tIns="0" rIns="0" bIns="0" anchor="t"/>
          <a:lstStyle/>
          <a:p>
            <a:pPr algn="l">
              <a:buNone/>
            </a:pPr>
            <a:r>
              <a:rPr lang="fr-FR" sz="1400" b="1" spc="400" dirty="0">
                <a:solidFill>
                  <a:srgbClr val="D4A857"/>
                </a:solidFill>
              </a:rPr>
              <a:t>LE PLAN</a:t>
            </a:r>
          </a:p>
        </p:txBody>
      </p:sp>
      <p:sp>
        <p:nvSpPr>
          <p:cNvPr id="301" name="Rule"/>
          <p:cNvSpPr/>
          <p:nvPr/>
        </p:nvSpPr>
        <p:spPr>
          <a:xfrm>
            <a:off x="457200" y="1016000"/>
            <a:ext cx="762000" cy="25400"/>
          </a:xfrm>
          <a:prstGeom prst="rect">
            <a:avLst/>
          </a:prstGeom>
          <a:solidFill>
            <a:srgbClr val="D4A857"/>
          </a:solidFill>
          <a:ln>
            <a:noFill/>
          </a:ln>
        </p:spPr>
        <p:txBody>
          <a:bodyPr/>
          <a:lstStyle/>
          <a:p>
            <a:endParaRPr/>
          </a:p>
        </p:txBody>
      </p:sp>
      <p:sp>
        <p:nvSpPr>
          <p:cNvPr id="302" name="Heading"/>
          <p:cNvSpPr txBox="1"/>
          <p:nvPr/>
        </p:nvSpPr>
        <p:spPr>
          <a:xfrm>
            <a:off x="457200" y="1206500"/>
            <a:ext cx="8229600" cy="508000"/>
          </a:xfrm>
          <a:prstGeom prst="rect">
            <a:avLst/>
          </a:prstGeom>
          <a:noFill/>
        </p:spPr>
        <p:txBody>
          <a:bodyPr wrap="square" lIns="0" tIns="0" rIns="0" bIns="0" anchor="t"/>
          <a:lstStyle/>
          <a:p>
            <a:pPr algn="l">
              <a:buNone/>
            </a:pPr>
            <a:r>
              <a:rPr lang="fr-FR" sz="3200" i="1" dirty="0">
                <a:solidFill>
                  <a:srgbClr val="F2EDE4"/>
                </a:solidFill>
                <a:latin typeface="Playfair Display"/>
              </a:rPr>
              <a:t>Trois marques d'une foi vivante</a:t>
            </a:r>
          </a:p>
        </p:txBody>
      </p:sp>
      <p:sp>
        <p:nvSpPr>
          <p:cNvPr id="400" name="Card0BG"/>
          <p:cNvSpPr/>
          <p:nvPr/>
        </p:nvSpPr>
        <p:spPr>
          <a:xfrm>
            <a:off x="457200" y="1905000"/>
            <a:ext cx="2641600" cy="2730500"/>
          </a:xfrm>
          <a:prstGeom prst="rect">
            <a:avLst/>
          </a:prstGeom>
          <a:solidFill>
            <a:srgbClr val="262C3D"/>
          </a:solidFill>
          <a:ln>
            <a:noFill/>
          </a:ln>
        </p:spPr>
        <p:txBody>
          <a:bodyPr/>
          <a:lstStyle/>
          <a:p>
            <a:endParaRPr/>
          </a:p>
        </p:txBody>
      </p:sp>
      <p:sp>
        <p:nvSpPr>
          <p:cNvPr id="401" name="Card0Top"/>
          <p:cNvSpPr/>
          <p:nvPr/>
        </p:nvSpPr>
        <p:spPr>
          <a:xfrm>
            <a:off x="457200" y="1905000"/>
            <a:ext cx="2641600" cy="38100"/>
          </a:xfrm>
          <a:prstGeom prst="rect">
            <a:avLst/>
          </a:prstGeom>
          <a:solidFill>
            <a:srgbClr val="D4A857"/>
          </a:solidFill>
          <a:ln>
            <a:noFill/>
          </a:ln>
        </p:spPr>
        <p:txBody>
          <a:bodyPr/>
          <a:lstStyle/>
          <a:p>
            <a:endParaRPr/>
          </a:p>
        </p:txBody>
      </p:sp>
      <p:sp>
        <p:nvSpPr>
          <p:cNvPr id="402" name="Card0Num"/>
          <p:cNvSpPr txBox="1"/>
          <p:nvPr/>
        </p:nvSpPr>
        <p:spPr>
          <a:xfrm>
            <a:off x="685800" y="2159000"/>
            <a:ext cx="2184400" cy="762000"/>
          </a:xfrm>
          <a:prstGeom prst="rect">
            <a:avLst/>
          </a:prstGeom>
          <a:noFill/>
        </p:spPr>
        <p:txBody>
          <a:bodyPr wrap="square" lIns="0" tIns="0" rIns="0" bIns="0" anchor="t"/>
          <a:lstStyle/>
          <a:p>
            <a:pPr algn="l">
              <a:buNone/>
            </a:pPr>
            <a:r>
              <a:rPr lang="fr-FR" sz="4800" i="1" dirty="0">
                <a:solidFill>
                  <a:srgbClr val="D4A857"/>
                </a:solidFill>
                <a:latin typeface="Playfair Display"/>
              </a:rPr>
              <a:t>01</a:t>
            </a:r>
          </a:p>
        </p:txBody>
      </p:sp>
      <p:sp>
        <p:nvSpPr>
          <p:cNvPr id="403" name="Card0Verb"/>
          <p:cNvSpPr txBox="1"/>
          <p:nvPr/>
        </p:nvSpPr>
        <p:spPr>
          <a:xfrm>
            <a:off x="685800" y="2984500"/>
            <a:ext cx="2184400" cy="381000"/>
          </a:xfrm>
          <a:prstGeom prst="rect">
            <a:avLst/>
          </a:prstGeom>
          <a:noFill/>
        </p:spPr>
        <p:txBody>
          <a:bodyPr wrap="square" lIns="0" tIns="0" rIns="0" bIns="0" anchor="t"/>
          <a:lstStyle/>
          <a:p>
            <a:pPr algn="l">
              <a:buNone/>
            </a:pPr>
            <a:r>
              <a:rPr lang="fr-FR" sz="2400" b="1" spc="200" dirty="0">
                <a:solidFill>
                  <a:srgbClr val="F2EDE4"/>
                </a:solidFill>
              </a:rPr>
              <a:t>PERSÉVÈRE</a:t>
            </a:r>
          </a:p>
        </p:txBody>
      </p:sp>
      <p:sp>
        <p:nvSpPr>
          <p:cNvPr id="404" name="Card0Rule"/>
          <p:cNvSpPr/>
          <p:nvPr/>
        </p:nvSpPr>
        <p:spPr>
          <a:xfrm>
            <a:off x="685800" y="3429000"/>
            <a:ext cx="381000" cy="12700"/>
          </a:xfrm>
          <a:prstGeom prst="rect">
            <a:avLst/>
          </a:prstGeom>
          <a:solidFill>
            <a:srgbClr val="D4A857"/>
          </a:solidFill>
          <a:ln>
            <a:noFill/>
          </a:ln>
        </p:spPr>
        <p:txBody>
          <a:bodyPr/>
          <a:lstStyle/>
          <a:p>
            <a:endParaRPr/>
          </a:p>
        </p:txBody>
      </p:sp>
      <p:sp>
        <p:nvSpPr>
          <p:cNvPr id="405" name="Card0Desc"/>
          <p:cNvSpPr txBox="1"/>
          <p:nvPr/>
        </p:nvSpPr>
        <p:spPr>
          <a:xfrm>
            <a:off x="685800" y="3556000"/>
            <a:ext cx="2184400" cy="635000"/>
          </a:xfrm>
          <a:prstGeom prst="rect">
            <a:avLst/>
          </a:prstGeom>
          <a:noFill/>
        </p:spPr>
        <p:txBody>
          <a:bodyPr wrap="square" lIns="0" tIns="0" rIns="0" bIns="0" anchor="t"/>
          <a:lstStyle/>
          <a:p>
            <a:pPr algn="l">
              <a:lnSpc>
                <a:spcPct val="120000"/>
              </a:lnSpc>
              <a:buNone/>
            </a:pPr>
            <a:r>
              <a:rPr lang="fr-FR" sz="1400" dirty="0">
                <a:solidFill>
                  <a:srgbClr val="B8B0A0"/>
                </a:solidFill>
              </a:rPr>
              <a:t>Une foi éprouvée par la souffrance</a:t>
            </a:r>
          </a:p>
        </p:txBody>
      </p:sp>
      <p:sp>
        <p:nvSpPr>
          <p:cNvPr id="406" name="Card0Ref"/>
          <p:cNvSpPr txBox="1"/>
          <p:nvPr/>
        </p:nvSpPr>
        <p:spPr>
          <a:xfrm>
            <a:off x="685800" y="4254500"/>
            <a:ext cx="2184400" cy="254000"/>
          </a:xfrm>
          <a:prstGeom prst="rect">
            <a:avLst/>
          </a:prstGeom>
          <a:noFill/>
        </p:spPr>
        <p:txBody>
          <a:bodyPr wrap="square" lIns="0" tIns="0" rIns="0" bIns="0" anchor="t"/>
          <a:lstStyle/>
          <a:p>
            <a:pPr algn="l">
              <a:buNone/>
            </a:pPr>
            <a:r>
              <a:rPr lang="fr-FR" sz="1300" b="1" spc="100" dirty="0">
                <a:solidFill>
                  <a:srgbClr val="D4A857"/>
                </a:solidFill>
              </a:rPr>
              <a:t>Jc 1.2-18  ·  5.7-11</a:t>
            </a:r>
          </a:p>
        </p:txBody>
      </p:sp>
      <p:sp>
        <p:nvSpPr>
          <p:cNvPr id="407" name="Card1BG"/>
          <p:cNvSpPr/>
          <p:nvPr/>
        </p:nvSpPr>
        <p:spPr>
          <a:xfrm>
            <a:off x="3251200" y="1905000"/>
            <a:ext cx="2641600" cy="2730500"/>
          </a:xfrm>
          <a:prstGeom prst="rect">
            <a:avLst/>
          </a:prstGeom>
          <a:solidFill>
            <a:srgbClr val="262C3D"/>
          </a:solidFill>
          <a:ln>
            <a:noFill/>
          </a:ln>
        </p:spPr>
        <p:txBody>
          <a:bodyPr/>
          <a:lstStyle/>
          <a:p>
            <a:endParaRPr/>
          </a:p>
        </p:txBody>
      </p:sp>
      <p:sp>
        <p:nvSpPr>
          <p:cNvPr id="408" name="Card1Top"/>
          <p:cNvSpPr/>
          <p:nvPr/>
        </p:nvSpPr>
        <p:spPr>
          <a:xfrm>
            <a:off x="3251200" y="1905000"/>
            <a:ext cx="2641600" cy="38100"/>
          </a:xfrm>
          <a:prstGeom prst="rect">
            <a:avLst/>
          </a:prstGeom>
          <a:solidFill>
            <a:srgbClr val="D4A857"/>
          </a:solidFill>
          <a:ln>
            <a:noFill/>
          </a:ln>
        </p:spPr>
        <p:txBody>
          <a:bodyPr/>
          <a:lstStyle/>
          <a:p>
            <a:endParaRPr/>
          </a:p>
        </p:txBody>
      </p:sp>
      <p:sp>
        <p:nvSpPr>
          <p:cNvPr id="409" name="Card1Num"/>
          <p:cNvSpPr txBox="1"/>
          <p:nvPr/>
        </p:nvSpPr>
        <p:spPr>
          <a:xfrm>
            <a:off x="3479800" y="2159000"/>
            <a:ext cx="2184400" cy="762000"/>
          </a:xfrm>
          <a:prstGeom prst="rect">
            <a:avLst/>
          </a:prstGeom>
          <a:noFill/>
        </p:spPr>
        <p:txBody>
          <a:bodyPr wrap="square" lIns="0" tIns="0" rIns="0" bIns="0" anchor="t"/>
          <a:lstStyle/>
          <a:p>
            <a:pPr algn="l">
              <a:buNone/>
            </a:pPr>
            <a:r>
              <a:rPr lang="fr-FR" sz="4800" i="1" dirty="0">
                <a:solidFill>
                  <a:srgbClr val="D4A857"/>
                </a:solidFill>
                <a:latin typeface="Playfair Display"/>
              </a:rPr>
              <a:t>02</a:t>
            </a:r>
          </a:p>
        </p:txBody>
      </p:sp>
      <p:sp>
        <p:nvSpPr>
          <p:cNvPr id="410" name="Card1Verb"/>
          <p:cNvSpPr txBox="1"/>
          <p:nvPr/>
        </p:nvSpPr>
        <p:spPr>
          <a:xfrm>
            <a:off x="3479800" y="2984500"/>
            <a:ext cx="2184400" cy="381000"/>
          </a:xfrm>
          <a:prstGeom prst="rect">
            <a:avLst/>
          </a:prstGeom>
          <a:noFill/>
        </p:spPr>
        <p:txBody>
          <a:bodyPr wrap="square" lIns="0" tIns="0" rIns="0" bIns="0" anchor="t"/>
          <a:lstStyle/>
          <a:p>
            <a:pPr algn="l">
              <a:buNone/>
            </a:pPr>
            <a:r>
              <a:rPr lang="fr-FR" sz="2400" b="1" spc="200" dirty="0">
                <a:solidFill>
                  <a:srgbClr val="F2EDE4"/>
                </a:solidFill>
              </a:rPr>
              <a:t>PRODUIT</a:t>
            </a:r>
          </a:p>
        </p:txBody>
      </p:sp>
      <p:sp>
        <p:nvSpPr>
          <p:cNvPr id="411" name="Card1Rule"/>
          <p:cNvSpPr/>
          <p:nvPr/>
        </p:nvSpPr>
        <p:spPr>
          <a:xfrm>
            <a:off x="3479800" y="3429000"/>
            <a:ext cx="381000" cy="12700"/>
          </a:xfrm>
          <a:prstGeom prst="rect">
            <a:avLst/>
          </a:prstGeom>
          <a:solidFill>
            <a:srgbClr val="D4A857"/>
          </a:solidFill>
          <a:ln>
            <a:noFill/>
          </a:ln>
        </p:spPr>
        <p:txBody>
          <a:bodyPr/>
          <a:lstStyle/>
          <a:p>
            <a:endParaRPr/>
          </a:p>
        </p:txBody>
      </p:sp>
      <p:sp>
        <p:nvSpPr>
          <p:cNvPr id="412" name="Card1Desc"/>
          <p:cNvSpPr txBox="1"/>
          <p:nvPr/>
        </p:nvSpPr>
        <p:spPr>
          <a:xfrm>
            <a:off x="3479800" y="3556000"/>
            <a:ext cx="2184400" cy="635000"/>
          </a:xfrm>
          <a:prstGeom prst="rect">
            <a:avLst/>
          </a:prstGeom>
          <a:noFill/>
        </p:spPr>
        <p:txBody>
          <a:bodyPr wrap="square" lIns="0" tIns="0" rIns="0" bIns="0" anchor="t"/>
          <a:lstStyle/>
          <a:p>
            <a:pPr algn="l">
              <a:lnSpc>
                <a:spcPct val="120000"/>
              </a:lnSpc>
              <a:buNone/>
            </a:pPr>
            <a:r>
              <a:rPr lang="fr-FR" sz="1400" dirty="0">
                <a:solidFill>
                  <a:srgbClr val="B8B0A0"/>
                </a:solidFill>
              </a:rPr>
              <a:t>Une foi prouvée par les actes</a:t>
            </a:r>
          </a:p>
        </p:txBody>
      </p:sp>
      <p:sp>
        <p:nvSpPr>
          <p:cNvPr id="413" name="Card1Ref"/>
          <p:cNvSpPr txBox="1"/>
          <p:nvPr/>
        </p:nvSpPr>
        <p:spPr>
          <a:xfrm>
            <a:off x="3479800" y="4254500"/>
            <a:ext cx="2184400" cy="254000"/>
          </a:xfrm>
          <a:prstGeom prst="rect">
            <a:avLst/>
          </a:prstGeom>
          <a:noFill/>
        </p:spPr>
        <p:txBody>
          <a:bodyPr wrap="square" lIns="0" tIns="0" rIns="0" bIns="0" anchor="t"/>
          <a:lstStyle/>
          <a:p>
            <a:pPr algn="l">
              <a:buNone/>
            </a:pPr>
            <a:r>
              <a:rPr lang="fr-FR" sz="1300" b="1" spc="100" dirty="0">
                <a:solidFill>
                  <a:srgbClr val="D4A857"/>
                </a:solidFill>
              </a:rPr>
              <a:t>Jc 1.19 — 2.26</a:t>
            </a:r>
          </a:p>
        </p:txBody>
      </p:sp>
      <p:sp>
        <p:nvSpPr>
          <p:cNvPr id="414" name="Card2BG"/>
          <p:cNvSpPr/>
          <p:nvPr/>
        </p:nvSpPr>
        <p:spPr>
          <a:xfrm>
            <a:off x="6045200" y="1905000"/>
            <a:ext cx="2641600" cy="2730500"/>
          </a:xfrm>
          <a:prstGeom prst="rect">
            <a:avLst/>
          </a:prstGeom>
          <a:solidFill>
            <a:srgbClr val="262C3D"/>
          </a:solidFill>
          <a:ln>
            <a:noFill/>
          </a:ln>
        </p:spPr>
        <p:txBody>
          <a:bodyPr/>
          <a:lstStyle/>
          <a:p>
            <a:endParaRPr/>
          </a:p>
        </p:txBody>
      </p:sp>
      <p:sp>
        <p:nvSpPr>
          <p:cNvPr id="415" name="Card2Top"/>
          <p:cNvSpPr/>
          <p:nvPr/>
        </p:nvSpPr>
        <p:spPr>
          <a:xfrm>
            <a:off x="6045200" y="1905000"/>
            <a:ext cx="2641600" cy="38100"/>
          </a:xfrm>
          <a:prstGeom prst="rect">
            <a:avLst/>
          </a:prstGeom>
          <a:solidFill>
            <a:srgbClr val="D4A857"/>
          </a:solidFill>
          <a:ln>
            <a:noFill/>
          </a:ln>
        </p:spPr>
        <p:txBody>
          <a:bodyPr/>
          <a:lstStyle/>
          <a:p>
            <a:endParaRPr/>
          </a:p>
        </p:txBody>
      </p:sp>
      <p:sp>
        <p:nvSpPr>
          <p:cNvPr id="416" name="Card2Num"/>
          <p:cNvSpPr txBox="1"/>
          <p:nvPr/>
        </p:nvSpPr>
        <p:spPr>
          <a:xfrm>
            <a:off x="6273800" y="2159000"/>
            <a:ext cx="2184400" cy="762000"/>
          </a:xfrm>
          <a:prstGeom prst="rect">
            <a:avLst/>
          </a:prstGeom>
          <a:noFill/>
        </p:spPr>
        <p:txBody>
          <a:bodyPr wrap="square" lIns="0" tIns="0" rIns="0" bIns="0" anchor="t"/>
          <a:lstStyle/>
          <a:p>
            <a:pPr algn="l">
              <a:buNone/>
            </a:pPr>
            <a:r>
              <a:rPr lang="fr-FR" sz="4800" i="1" dirty="0">
                <a:solidFill>
                  <a:srgbClr val="D4A857"/>
                </a:solidFill>
                <a:latin typeface="Playfair Display"/>
              </a:rPr>
              <a:t>03</a:t>
            </a:r>
          </a:p>
        </p:txBody>
      </p:sp>
      <p:sp>
        <p:nvSpPr>
          <p:cNvPr id="417" name="Card2Verb"/>
          <p:cNvSpPr txBox="1"/>
          <p:nvPr/>
        </p:nvSpPr>
        <p:spPr>
          <a:xfrm>
            <a:off x="6273800" y="2984500"/>
            <a:ext cx="2184400" cy="381000"/>
          </a:xfrm>
          <a:prstGeom prst="rect">
            <a:avLst/>
          </a:prstGeom>
          <a:noFill/>
        </p:spPr>
        <p:txBody>
          <a:bodyPr wrap="square" lIns="0" tIns="0" rIns="0" bIns="0" anchor="t"/>
          <a:lstStyle/>
          <a:p>
            <a:pPr algn="l">
              <a:buNone/>
            </a:pPr>
            <a:r>
              <a:rPr lang="fr-FR" sz="2400" b="1" spc="200" dirty="0">
                <a:solidFill>
                  <a:srgbClr val="F2EDE4"/>
                </a:solidFill>
              </a:rPr>
              <a:t>PURIFIE</a:t>
            </a:r>
          </a:p>
        </p:txBody>
      </p:sp>
      <p:sp>
        <p:nvSpPr>
          <p:cNvPr id="418" name="Card2Rule"/>
          <p:cNvSpPr/>
          <p:nvPr/>
        </p:nvSpPr>
        <p:spPr>
          <a:xfrm>
            <a:off x="6273800" y="3429000"/>
            <a:ext cx="381000" cy="12700"/>
          </a:xfrm>
          <a:prstGeom prst="rect">
            <a:avLst/>
          </a:prstGeom>
          <a:solidFill>
            <a:srgbClr val="D4A857"/>
          </a:solidFill>
          <a:ln>
            <a:noFill/>
          </a:ln>
        </p:spPr>
        <p:txBody>
          <a:bodyPr/>
          <a:lstStyle/>
          <a:p>
            <a:endParaRPr/>
          </a:p>
        </p:txBody>
      </p:sp>
      <p:sp>
        <p:nvSpPr>
          <p:cNvPr id="419" name="Card2Desc"/>
          <p:cNvSpPr txBox="1"/>
          <p:nvPr/>
        </p:nvSpPr>
        <p:spPr>
          <a:xfrm>
            <a:off x="6273800" y="3556000"/>
            <a:ext cx="2184400" cy="635000"/>
          </a:xfrm>
          <a:prstGeom prst="rect">
            <a:avLst/>
          </a:prstGeom>
          <a:noFill/>
        </p:spPr>
        <p:txBody>
          <a:bodyPr wrap="square" lIns="0" tIns="0" rIns="0" bIns="0" anchor="t"/>
          <a:lstStyle/>
          <a:p>
            <a:pPr algn="l">
              <a:lnSpc>
                <a:spcPct val="120000"/>
              </a:lnSpc>
              <a:buNone/>
            </a:pPr>
            <a:r>
              <a:rPr lang="fr-FR" sz="1400" dirty="0">
                <a:solidFill>
                  <a:srgbClr val="B8B0A0"/>
                </a:solidFill>
              </a:rPr>
              <a:t>Une foi exprimée dans la parole</a:t>
            </a:r>
          </a:p>
        </p:txBody>
      </p:sp>
      <p:sp>
        <p:nvSpPr>
          <p:cNvPr id="420" name="Card2Ref"/>
          <p:cNvSpPr txBox="1"/>
          <p:nvPr/>
        </p:nvSpPr>
        <p:spPr>
          <a:xfrm>
            <a:off x="6273800" y="4254500"/>
            <a:ext cx="2184400" cy="254000"/>
          </a:xfrm>
          <a:prstGeom prst="rect">
            <a:avLst/>
          </a:prstGeom>
          <a:noFill/>
        </p:spPr>
        <p:txBody>
          <a:bodyPr wrap="square" lIns="0" tIns="0" rIns="0" bIns="0" anchor="t"/>
          <a:lstStyle/>
          <a:p>
            <a:pPr algn="l">
              <a:buNone/>
            </a:pPr>
            <a:r>
              <a:rPr lang="fr-FR" sz="1300" b="1" spc="100" dirty="0">
                <a:solidFill>
                  <a:srgbClr val="D4A857"/>
                </a:solidFill>
              </a:rPr>
              <a:t>Jc 3.1 — 5.20</a:t>
            </a:r>
          </a:p>
        </p:txBody>
      </p:sp>
      <p:sp>
        <p:nvSpPr>
          <p:cNvPr id="421" name="Page"/>
          <p:cNvSpPr txBox="1"/>
          <p:nvPr/>
        </p:nvSpPr>
        <p:spPr>
          <a:xfrm>
            <a:off x="7874000" y="4864100"/>
            <a:ext cx="762000" cy="190500"/>
          </a:xfrm>
          <a:prstGeom prst="rect">
            <a:avLst/>
          </a:prstGeom>
          <a:noFill/>
        </p:spPr>
        <p:txBody>
          <a:bodyPr wrap="square" lIns="0" tIns="0" rIns="0" bIns="0" anchor="t"/>
          <a:lstStyle/>
          <a:p>
            <a:pPr algn="r">
              <a:buNone/>
            </a:pPr>
            <a:r>
              <a:rPr lang="fr-FR" sz="1000" spc="200" dirty="0">
                <a:solidFill>
                  <a:srgbClr val="B8B0A0"/>
                </a:solidFill>
              </a:rPr>
              <a:t>03 / 10</a:t>
            </a:r>
          </a:p>
        </p:txBody>
      </p:sp>
    </p:spTree>
    <p:extLst>
      <p:ext uri="{BB962C8B-B14F-4D97-AF65-F5344CB8AC3E}">
        <p14:creationId xmlns:p14="http://schemas.microsoft.com/office/powerpoint/2010/main" val="12676319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21215"/>
        </a:solidFill>
        <a:effectLst/>
      </p:bgPr>
    </p:bg>
    <p:spTree>
      <p:nvGrpSpPr>
        <p:cNvPr id="1" name=""/>
        <p:cNvGrpSpPr/>
        <p:nvPr/>
      </p:nvGrpSpPr>
      <p:grpSpPr>
        <a:xfrm>
          <a:off x="0" y="0"/>
          <a:ext cx="0" cy="0"/>
          <a:chOff x="0" y="0"/>
          <a:chExt cx="0" cy="0"/>
        </a:xfrm>
      </p:grpSpPr>
      <p:sp>
        <p:nvSpPr>
          <p:cNvPr id="500" name="VRule"/>
          <p:cNvSpPr/>
          <p:nvPr/>
        </p:nvSpPr>
        <p:spPr>
          <a:xfrm>
            <a:off x="4318000" y="1270000"/>
            <a:ext cx="25400" cy="2540000"/>
          </a:xfrm>
          <a:prstGeom prst="rect">
            <a:avLst/>
          </a:prstGeom>
          <a:solidFill>
            <a:srgbClr val="D4A857"/>
          </a:solidFill>
          <a:ln>
            <a:noFill/>
          </a:ln>
        </p:spPr>
        <p:txBody>
          <a:bodyPr/>
          <a:lstStyle/>
          <a:p>
            <a:endParaRPr/>
          </a:p>
        </p:txBody>
      </p:sp>
      <p:sp>
        <p:nvSpPr>
          <p:cNvPr id="501" name="BigNum"/>
          <p:cNvSpPr txBox="1"/>
          <p:nvPr/>
        </p:nvSpPr>
        <p:spPr>
          <a:xfrm>
            <a:off x="457200" y="1016000"/>
            <a:ext cx="3810000" cy="3556000"/>
          </a:xfrm>
          <a:prstGeom prst="rect">
            <a:avLst/>
          </a:prstGeom>
          <a:noFill/>
        </p:spPr>
        <p:txBody>
          <a:bodyPr wrap="square" lIns="0" tIns="0" rIns="0" bIns="0" anchor="ctr"/>
          <a:lstStyle/>
          <a:p>
            <a:pPr algn="l">
              <a:buNone/>
            </a:pPr>
            <a:r>
              <a:rPr lang="fr-FR" sz="24000" i="1" dirty="0">
                <a:solidFill>
                  <a:srgbClr val="D4A857"/>
                </a:solidFill>
                <a:latin typeface="Playfair Display"/>
              </a:rPr>
              <a:t>01</a:t>
            </a:r>
          </a:p>
        </p:txBody>
      </p:sp>
      <p:sp>
        <p:nvSpPr>
          <p:cNvPr id="502" name="Eyebrow"/>
          <p:cNvSpPr txBox="1"/>
          <p:nvPr/>
        </p:nvSpPr>
        <p:spPr>
          <a:xfrm>
            <a:off x="4572000" y="1397000"/>
            <a:ext cx="4064000" cy="254000"/>
          </a:xfrm>
          <a:prstGeom prst="rect">
            <a:avLst/>
          </a:prstGeom>
          <a:noFill/>
        </p:spPr>
        <p:txBody>
          <a:bodyPr wrap="square" lIns="0" tIns="0" rIns="0" bIns="0" anchor="t"/>
          <a:lstStyle/>
          <a:p>
            <a:pPr algn="l">
              <a:buNone/>
            </a:pPr>
            <a:r>
              <a:rPr lang="fr-FR" sz="1400" b="1" spc="400" dirty="0">
                <a:solidFill>
                  <a:srgbClr val="D4A857"/>
                </a:solidFill>
              </a:rPr>
              <a:t>POINT 01 · MARQUE 1</a:t>
            </a:r>
          </a:p>
        </p:txBody>
      </p:sp>
      <p:sp>
        <p:nvSpPr>
          <p:cNvPr id="503" name="Verb"/>
          <p:cNvSpPr txBox="1"/>
          <p:nvPr/>
        </p:nvSpPr>
        <p:spPr>
          <a:xfrm>
            <a:off x="4572000" y="1841500"/>
            <a:ext cx="4064000" cy="889000"/>
          </a:xfrm>
          <a:prstGeom prst="rect">
            <a:avLst/>
          </a:prstGeom>
          <a:noFill/>
        </p:spPr>
        <p:txBody>
          <a:bodyPr wrap="square" lIns="0" tIns="0" rIns="0" bIns="0" anchor="t"/>
          <a:lstStyle/>
          <a:p>
            <a:pPr algn="l">
              <a:buNone/>
            </a:pPr>
            <a:r>
              <a:rPr lang="fr-FR" sz="6000" b="1" spc="200" dirty="0">
                <a:solidFill>
                  <a:srgbClr val="F2EDE4"/>
                </a:solidFill>
              </a:rPr>
              <a:t>PERSÉVÈRE</a:t>
            </a:r>
          </a:p>
        </p:txBody>
      </p:sp>
      <p:sp>
        <p:nvSpPr>
          <p:cNvPr id="504" name="Desc"/>
          <p:cNvSpPr txBox="1"/>
          <p:nvPr/>
        </p:nvSpPr>
        <p:spPr>
          <a:xfrm>
            <a:off x="4572000" y="2857500"/>
            <a:ext cx="4064000" cy="635000"/>
          </a:xfrm>
          <a:prstGeom prst="rect">
            <a:avLst/>
          </a:prstGeom>
          <a:noFill/>
        </p:spPr>
        <p:txBody>
          <a:bodyPr wrap="square" lIns="0" tIns="0" rIns="0" bIns="0" anchor="t"/>
          <a:lstStyle/>
          <a:p>
            <a:pPr algn="l">
              <a:lnSpc>
                <a:spcPct val="120000"/>
              </a:lnSpc>
              <a:buNone/>
            </a:pPr>
            <a:r>
              <a:rPr lang="fr-FR" sz="2000" i="1" dirty="0">
                <a:solidFill>
                  <a:srgbClr val="B8B0A0"/>
                </a:solidFill>
                <a:latin typeface="Playfair Display"/>
              </a:rPr>
              <a:t>Une foi éprouvée par la souffrance</a:t>
            </a:r>
          </a:p>
        </p:txBody>
      </p:sp>
      <p:sp>
        <p:nvSpPr>
          <p:cNvPr id="505" name="RefBadge"/>
          <p:cNvSpPr/>
          <p:nvPr/>
        </p:nvSpPr>
        <p:spPr>
          <a:xfrm>
            <a:off x="4572000" y="3619500"/>
            <a:ext cx="3556000" cy="457200"/>
          </a:xfrm>
          <a:prstGeom prst="rect">
            <a:avLst/>
          </a:prstGeom>
          <a:solidFill>
            <a:srgbClr val="D4A857"/>
          </a:solidFill>
          <a:ln>
            <a:noFill/>
          </a:ln>
        </p:spPr>
        <p:txBody>
          <a:bodyPr/>
          <a:lstStyle/>
          <a:p>
            <a:endParaRPr/>
          </a:p>
        </p:txBody>
      </p:sp>
      <p:sp>
        <p:nvSpPr>
          <p:cNvPr id="506" name="Ref"/>
          <p:cNvSpPr txBox="1"/>
          <p:nvPr/>
        </p:nvSpPr>
        <p:spPr>
          <a:xfrm>
            <a:off x="4724400" y="3619500"/>
            <a:ext cx="3302000" cy="457200"/>
          </a:xfrm>
          <a:prstGeom prst="rect">
            <a:avLst/>
          </a:prstGeom>
          <a:noFill/>
        </p:spPr>
        <p:txBody>
          <a:bodyPr wrap="square" lIns="0" tIns="0" rIns="0" bIns="0" anchor="ctr"/>
          <a:lstStyle/>
          <a:p>
            <a:pPr algn="l">
              <a:buNone/>
            </a:pPr>
            <a:r>
              <a:rPr lang="fr-FR" sz="1500" b="1" spc="200" dirty="0">
                <a:solidFill>
                  <a:srgbClr val="1A1F2E"/>
                </a:solidFill>
              </a:rPr>
              <a:t>JACQUES 1.2-18  ·  5.7-11</a:t>
            </a:r>
          </a:p>
        </p:txBody>
      </p:sp>
      <p:sp>
        <p:nvSpPr>
          <p:cNvPr id="507" name="Page"/>
          <p:cNvSpPr txBox="1"/>
          <p:nvPr/>
        </p:nvSpPr>
        <p:spPr>
          <a:xfrm>
            <a:off x="7874000" y="4864100"/>
            <a:ext cx="762000" cy="190500"/>
          </a:xfrm>
          <a:prstGeom prst="rect">
            <a:avLst/>
          </a:prstGeom>
          <a:noFill/>
        </p:spPr>
        <p:txBody>
          <a:bodyPr wrap="square" lIns="0" tIns="0" rIns="0" bIns="0" anchor="t"/>
          <a:lstStyle/>
          <a:p>
            <a:pPr algn="r">
              <a:buNone/>
            </a:pPr>
            <a:r>
              <a:rPr lang="fr-FR" sz="1000" spc="200" dirty="0">
                <a:solidFill>
                  <a:srgbClr val="B8B0A0"/>
                </a:solidFill>
              </a:rPr>
              <a:t>04 / 10</a:t>
            </a:r>
          </a:p>
        </p:txBody>
      </p:sp>
    </p:spTree>
    <p:extLst>
      <p:ext uri="{BB962C8B-B14F-4D97-AF65-F5344CB8AC3E}">
        <p14:creationId xmlns:p14="http://schemas.microsoft.com/office/powerpoint/2010/main" val="27563929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21215"/>
        </a:solidFill>
        <a:effectLst/>
      </p:bgPr>
    </p:bg>
    <p:spTree>
      <p:nvGrpSpPr>
        <p:cNvPr id="1" name=""/>
        <p:cNvGrpSpPr/>
        <p:nvPr/>
      </p:nvGrpSpPr>
      <p:grpSpPr>
        <a:xfrm>
          <a:off x="0" y="0"/>
          <a:ext cx="0" cy="0"/>
          <a:chOff x="0" y="0"/>
          <a:chExt cx="0" cy="0"/>
        </a:xfrm>
      </p:grpSpPr>
      <p:sp>
        <p:nvSpPr>
          <p:cNvPr id="800" name="Eyebrow"/>
          <p:cNvSpPr txBox="1"/>
          <p:nvPr/>
        </p:nvSpPr>
        <p:spPr>
          <a:xfrm>
            <a:off x="457200" y="635000"/>
            <a:ext cx="8229600" cy="254000"/>
          </a:xfrm>
          <a:prstGeom prst="rect">
            <a:avLst/>
          </a:prstGeom>
          <a:noFill/>
        </p:spPr>
        <p:txBody>
          <a:bodyPr wrap="square" lIns="0" tIns="0" rIns="0" bIns="0" anchor="t"/>
          <a:lstStyle/>
          <a:p>
            <a:pPr algn="l">
              <a:buNone/>
            </a:pPr>
            <a:r>
              <a:rPr lang="fr-FR" sz="1400" b="1" spc="400" dirty="0">
                <a:solidFill>
                  <a:srgbClr val="D4A857"/>
                </a:solidFill>
              </a:rPr>
              <a:t>01  ·  PERSÉVÈRE</a:t>
            </a:r>
          </a:p>
        </p:txBody>
      </p:sp>
      <p:sp>
        <p:nvSpPr>
          <p:cNvPr id="801" name="Rule"/>
          <p:cNvSpPr/>
          <p:nvPr/>
        </p:nvSpPr>
        <p:spPr>
          <a:xfrm>
            <a:off x="457200" y="1016000"/>
            <a:ext cx="8229600" cy="12700"/>
          </a:xfrm>
          <a:prstGeom prst="rect">
            <a:avLst/>
          </a:prstGeom>
          <a:solidFill>
            <a:srgbClr val="8B5A3C"/>
          </a:solidFill>
          <a:ln>
            <a:noFill/>
          </a:ln>
        </p:spPr>
        <p:txBody>
          <a:bodyPr/>
          <a:lstStyle/>
          <a:p>
            <a:endParaRPr/>
          </a:p>
        </p:txBody>
      </p:sp>
      <p:sp>
        <p:nvSpPr>
          <p:cNvPr id="810" name="Ref0"/>
          <p:cNvSpPr txBox="1"/>
          <p:nvPr/>
        </p:nvSpPr>
        <p:spPr>
          <a:xfrm>
            <a:off x="457200" y="1079500"/>
            <a:ext cx="3987800" cy="254000"/>
          </a:xfrm>
          <a:prstGeom prst="rect">
            <a:avLst/>
          </a:prstGeom>
          <a:noFill/>
        </p:spPr>
        <p:txBody>
          <a:bodyPr wrap="square" lIns="0" tIns="0" rIns="0" bIns="0" anchor="t"/>
          <a:lstStyle/>
          <a:p>
            <a:pPr algn="l">
              <a:buNone/>
            </a:pPr>
            <a:r>
              <a:rPr lang="fr-FR" sz="1300" b="1" spc="200" dirty="0">
                <a:solidFill>
                  <a:srgbClr val="D4A857"/>
                </a:solidFill>
              </a:rPr>
              <a:t>Jc 1.2-4</a:t>
            </a:r>
          </a:p>
        </p:txBody>
      </p:sp>
      <p:sp>
        <p:nvSpPr>
          <p:cNvPr id="811" name="Desc0"/>
          <p:cNvSpPr txBox="1"/>
          <p:nvPr/>
        </p:nvSpPr>
        <p:spPr>
          <a:xfrm>
            <a:off x="457200" y="1358900"/>
            <a:ext cx="3987800" cy="508000"/>
          </a:xfrm>
          <a:prstGeom prst="rect">
            <a:avLst/>
          </a:prstGeom>
          <a:noFill/>
        </p:spPr>
        <p:txBody>
          <a:bodyPr wrap="square" lIns="0" tIns="0" rIns="0" bIns="0" anchor="t"/>
          <a:lstStyle/>
          <a:p>
            <a:pPr algn="l">
              <a:lnSpc>
                <a:spcPct val="125000"/>
              </a:lnSpc>
              <a:buNone/>
            </a:pPr>
            <a:r>
              <a:rPr lang="fr-FR" sz="1500" dirty="0">
                <a:solidFill>
                  <a:srgbClr val="F2EDE4"/>
                </a:solidFill>
              </a:rPr>
              <a:t>Considérer l'épreuve comme un sujet de joie : elle produit la persévérance.</a:t>
            </a:r>
          </a:p>
        </p:txBody>
      </p:sp>
      <p:sp>
        <p:nvSpPr>
          <p:cNvPr id="812" name="Ref1"/>
          <p:cNvSpPr txBox="1"/>
          <p:nvPr/>
        </p:nvSpPr>
        <p:spPr>
          <a:xfrm>
            <a:off x="4699000" y="1079500"/>
            <a:ext cx="3987800" cy="254000"/>
          </a:xfrm>
          <a:prstGeom prst="rect">
            <a:avLst/>
          </a:prstGeom>
          <a:noFill/>
        </p:spPr>
        <p:txBody>
          <a:bodyPr wrap="square" lIns="0" tIns="0" rIns="0" bIns="0" anchor="t"/>
          <a:lstStyle/>
          <a:p>
            <a:pPr algn="l">
              <a:buNone/>
            </a:pPr>
            <a:r>
              <a:rPr lang="fr-FR" sz="1300" b="1" spc="200" dirty="0">
                <a:solidFill>
                  <a:srgbClr val="D4A857"/>
                </a:solidFill>
              </a:rPr>
              <a:t>Jc 1.5-8</a:t>
            </a:r>
          </a:p>
        </p:txBody>
      </p:sp>
      <p:sp>
        <p:nvSpPr>
          <p:cNvPr id="813" name="Desc1"/>
          <p:cNvSpPr txBox="1"/>
          <p:nvPr/>
        </p:nvSpPr>
        <p:spPr>
          <a:xfrm>
            <a:off x="4699000" y="1358900"/>
            <a:ext cx="3987800" cy="508000"/>
          </a:xfrm>
          <a:prstGeom prst="rect">
            <a:avLst/>
          </a:prstGeom>
          <a:noFill/>
        </p:spPr>
        <p:txBody>
          <a:bodyPr wrap="square" lIns="0" tIns="0" rIns="0" bIns="0" anchor="t"/>
          <a:lstStyle/>
          <a:p>
            <a:pPr algn="l">
              <a:lnSpc>
                <a:spcPct val="125000"/>
              </a:lnSpc>
              <a:buNone/>
            </a:pPr>
            <a:r>
              <a:rPr lang="fr-FR" sz="1500" dirty="0">
                <a:solidFill>
                  <a:srgbClr val="F2EDE4"/>
                </a:solidFill>
              </a:rPr>
              <a:t>La prière du croyant éprouvé : demander la sagesse sans cœur partagé.</a:t>
            </a:r>
          </a:p>
        </p:txBody>
      </p:sp>
      <p:sp>
        <p:nvSpPr>
          <p:cNvPr id="814" name="Ref2"/>
          <p:cNvSpPr txBox="1"/>
          <p:nvPr/>
        </p:nvSpPr>
        <p:spPr>
          <a:xfrm>
            <a:off x="457200" y="2032000"/>
            <a:ext cx="3987800" cy="254000"/>
          </a:xfrm>
          <a:prstGeom prst="rect">
            <a:avLst/>
          </a:prstGeom>
          <a:noFill/>
        </p:spPr>
        <p:txBody>
          <a:bodyPr wrap="square" lIns="0" tIns="0" rIns="0" bIns="0" anchor="t"/>
          <a:lstStyle/>
          <a:p>
            <a:pPr algn="l">
              <a:buNone/>
            </a:pPr>
            <a:r>
              <a:rPr lang="fr-FR" sz="1300" b="1" spc="200" dirty="0">
                <a:solidFill>
                  <a:srgbClr val="D4A857"/>
                </a:solidFill>
              </a:rPr>
              <a:t>Jc 1.9-11</a:t>
            </a:r>
          </a:p>
        </p:txBody>
      </p:sp>
      <p:sp>
        <p:nvSpPr>
          <p:cNvPr id="815" name="Desc2"/>
          <p:cNvSpPr txBox="1"/>
          <p:nvPr/>
        </p:nvSpPr>
        <p:spPr>
          <a:xfrm>
            <a:off x="457200" y="2311400"/>
            <a:ext cx="3987800" cy="508000"/>
          </a:xfrm>
          <a:prstGeom prst="rect">
            <a:avLst/>
          </a:prstGeom>
          <a:noFill/>
        </p:spPr>
        <p:txBody>
          <a:bodyPr wrap="square" lIns="0" tIns="0" rIns="0" bIns="0" anchor="t"/>
          <a:lstStyle/>
          <a:p>
            <a:pPr algn="l">
              <a:lnSpc>
                <a:spcPct val="125000"/>
              </a:lnSpc>
              <a:buNone/>
            </a:pPr>
            <a:r>
              <a:rPr lang="fr-FR" sz="1500" dirty="0">
                <a:solidFill>
                  <a:srgbClr val="F2EDE4"/>
                </a:solidFill>
              </a:rPr>
              <a:t>L'épreuve renverse les hiérarchies humaines : le pauvre s'élève, le riche se fane.</a:t>
            </a:r>
          </a:p>
        </p:txBody>
      </p:sp>
      <p:sp>
        <p:nvSpPr>
          <p:cNvPr id="816" name="Ref3"/>
          <p:cNvSpPr txBox="1"/>
          <p:nvPr/>
        </p:nvSpPr>
        <p:spPr>
          <a:xfrm>
            <a:off x="4699000" y="2032000"/>
            <a:ext cx="3987800" cy="254000"/>
          </a:xfrm>
          <a:prstGeom prst="rect">
            <a:avLst/>
          </a:prstGeom>
          <a:noFill/>
        </p:spPr>
        <p:txBody>
          <a:bodyPr wrap="square" lIns="0" tIns="0" rIns="0" bIns="0" anchor="t"/>
          <a:lstStyle/>
          <a:p>
            <a:pPr algn="l">
              <a:buNone/>
            </a:pPr>
            <a:r>
              <a:rPr lang="fr-FR" sz="1300" b="1" spc="200" dirty="0">
                <a:solidFill>
                  <a:srgbClr val="D4A857"/>
                </a:solidFill>
              </a:rPr>
              <a:t>Jc 1.12-15</a:t>
            </a:r>
          </a:p>
        </p:txBody>
      </p:sp>
      <p:sp>
        <p:nvSpPr>
          <p:cNvPr id="817" name="Desc3"/>
          <p:cNvSpPr txBox="1"/>
          <p:nvPr/>
        </p:nvSpPr>
        <p:spPr>
          <a:xfrm>
            <a:off x="4699000" y="2311400"/>
            <a:ext cx="3987800" cy="508000"/>
          </a:xfrm>
          <a:prstGeom prst="rect">
            <a:avLst/>
          </a:prstGeom>
          <a:noFill/>
        </p:spPr>
        <p:txBody>
          <a:bodyPr wrap="square" lIns="0" tIns="0" rIns="0" bIns="0" anchor="t"/>
          <a:lstStyle/>
          <a:p>
            <a:pPr algn="l">
              <a:lnSpc>
                <a:spcPct val="125000"/>
              </a:lnSpc>
              <a:buNone/>
            </a:pPr>
            <a:r>
              <a:rPr lang="fr-FR" sz="1500" dirty="0">
                <a:solidFill>
                  <a:srgbClr val="F2EDE4"/>
                </a:solidFill>
              </a:rPr>
              <a:t>Distinguer l'épreuve venue d'en haut de la tentation venue de la convoitise.</a:t>
            </a:r>
          </a:p>
        </p:txBody>
      </p:sp>
      <p:sp>
        <p:nvSpPr>
          <p:cNvPr id="818" name="Ref4"/>
          <p:cNvSpPr txBox="1"/>
          <p:nvPr/>
        </p:nvSpPr>
        <p:spPr>
          <a:xfrm>
            <a:off x="457200" y="2984500"/>
            <a:ext cx="3987800" cy="254000"/>
          </a:xfrm>
          <a:prstGeom prst="rect">
            <a:avLst/>
          </a:prstGeom>
          <a:noFill/>
        </p:spPr>
        <p:txBody>
          <a:bodyPr wrap="square" lIns="0" tIns="0" rIns="0" bIns="0" anchor="t"/>
          <a:lstStyle/>
          <a:p>
            <a:pPr algn="l">
              <a:buNone/>
            </a:pPr>
            <a:r>
              <a:rPr lang="fr-FR" sz="1300" b="1" spc="200" dirty="0">
                <a:solidFill>
                  <a:srgbClr val="D4A857"/>
                </a:solidFill>
              </a:rPr>
              <a:t>Jc 1.16-18</a:t>
            </a:r>
          </a:p>
        </p:txBody>
      </p:sp>
      <p:sp>
        <p:nvSpPr>
          <p:cNvPr id="819" name="Desc4"/>
          <p:cNvSpPr txBox="1"/>
          <p:nvPr/>
        </p:nvSpPr>
        <p:spPr>
          <a:xfrm>
            <a:off x="457200" y="3263900"/>
            <a:ext cx="3987800" cy="508000"/>
          </a:xfrm>
          <a:prstGeom prst="rect">
            <a:avLst/>
          </a:prstGeom>
          <a:noFill/>
        </p:spPr>
        <p:txBody>
          <a:bodyPr wrap="square" lIns="0" tIns="0" rIns="0" bIns="0" anchor="t"/>
          <a:lstStyle/>
          <a:p>
            <a:pPr algn="l">
              <a:lnSpc>
                <a:spcPct val="125000"/>
              </a:lnSpc>
              <a:buNone/>
            </a:pPr>
            <a:r>
              <a:rPr lang="fr-FR" sz="1500" dirty="0">
                <a:solidFill>
                  <a:srgbClr val="F2EDE4"/>
                </a:solidFill>
              </a:rPr>
              <a:t>Dieu ne change pas. Il engendre par la Parole de vérité.</a:t>
            </a:r>
          </a:p>
        </p:txBody>
      </p:sp>
      <p:sp>
        <p:nvSpPr>
          <p:cNvPr id="820" name="Ref5"/>
          <p:cNvSpPr txBox="1"/>
          <p:nvPr/>
        </p:nvSpPr>
        <p:spPr>
          <a:xfrm>
            <a:off x="4699000" y="2984500"/>
            <a:ext cx="3987800" cy="254000"/>
          </a:xfrm>
          <a:prstGeom prst="rect">
            <a:avLst/>
          </a:prstGeom>
          <a:noFill/>
        </p:spPr>
        <p:txBody>
          <a:bodyPr wrap="square" lIns="0" tIns="0" rIns="0" bIns="0" anchor="t"/>
          <a:lstStyle/>
          <a:p>
            <a:pPr algn="l">
              <a:buNone/>
            </a:pPr>
            <a:r>
              <a:rPr lang="fr-FR" sz="1300" b="1" spc="200" dirty="0">
                <a:solidFill>
                  <a:srgbClr val="D4A857"/>
                </a:solidFill>
              </a:rPr>
              <a:t>Jc 5.10-11</a:t>
            </a:r>
          </a:p>
        </p:txBody>
      </p:sp>
      <p:sp>
        <p:nvSpPr>
          <p:cNvPr id="821" name="Desc5"/>
          <p:cNvSpPr txBox="1"/>
          <p:nvPr/>
        </p:nvSpPr>
        <p:spPr>
          <a:xfrm>
            <a:off x="4699000" y="3263900"/>
            <a:ext cx="3987800" cy="508000"/>
          </a:xfrm>
          <a:prstGeom prst="rect">
            <a:avLst/>
          </a:prstGeom>
          <a:noFill/>
        </p:spPr>
        <p:txBody>
          <a:bodyPr wrap="square" lIns="0" tIns="0" rIns="0" bIns="0" anchor="t"/>
          <a:lstStyle/>
          <a:p>
            <a:pPr algn="l">
              <a:lnSpc>
                <a:spcPct val="125000"/>
              </a:lnSpc>
              <a:buNone/>
            </a:pPr>
            <a:r>
              <a:rPr lang="fr-FR" sz="1500" dirty="0">
                <a:solidFill>
                  <a:srgbClr val="F2EDE4"/>
                </a:solidFill>
              </a:rPr>
              <a:t>Job et les prophètes : modèles concrets de la patience qui tient.</a:t>
            </a:r>
          </a:p>
        </p:txBody>
      </p:sp>
      <p:sp>
        <p:nvSpPr>
          <p:cNvPr id="900" name="PivotBG"/>
          <p:cNvSpPr/>
          <p:nvPr/>
        </p:nvSpPr>
        <p:spPr>
          <a:xfrm>
            <a:off x="457200" y="4064000"/>
            <a:ext cx="8229600" cy="698500"/>
          </a:xfrm>
          <a:prstGeom prst="rect">
            <a:avLst/>
          </a:prstGeom>
          <a:solidFill>
            <a:srgbClr val="262C3D"/>
          </a:solidFill>
          <a:ln>
            <a:noFill/>
          </a:ln>
        </p:spPr>
        <p:txBody>
          <a:bodyPr/>
          <a:lstStyle/>
          <a:p>
            <a:endParaRPr/>
          </a:p>
        </p:txBody>
      </p:sp>
      <p:sp>
        <p:nvSpPr>
          <p:cNvPr id="901" name="PivotBar"/>
          <p:cNvSpPr/>
          <p:nvPr/>
        </p:nvSpPr>
        <p:spPr>
          <a:xfrm>
            <a:off x="457200" y="4064000"/>
            <a:ext cx="63500" cy="698500"/>
          </a:xfrm>
          <a:prstGeom prst="rect">
            <a:avLst/>
          </a:prstGeom>
          <a:solidFill>
            <a:srgbClr val="D4A857"/>
          </a:solidFill>
          <a:ln>
            <a:noFill/>
          </a:ln>
        </p:spPr>
        <p:txBody>
          <a:bodyPr/>
          <a:lstStyle/>
          <a:p>
            <a:endParaRPr/>
          </a:p>
        </p:txBody>
      </p:sp>
      <p:sp>
        <p:nvSpPr>
          <p:cNvPr id="902" name="PivotLabel"/>
          <p:cNvSpPr txBox="1"/>
          <p:nvPr/>
        </p:nvSpPr>
        <p:spPr>
          <a:xfrm>
            <a:off x="698500" y="4165600"/>
            <a:ext cx="762000" cy="228600"/>
          </a:xfrm>
          <a:prstGeom prst="rect">
            <a:avLst/>
          </a:prstGeom>
          <a:noFill/>
        </p:spPr>
        <p:txBody>
          <a:bodyPr wrap="square" lIns="0" tIns="0" rIns="0" bIns="0" anchor="t"/>
          <a:lstStyle/>
          <a:p>
            <a:pPr algn="l">
              <a:buNone/>
            </a:pPr>
            <a:r>
              <a:rPr lang="fr-FR" sz="1200" b="1" spc="400" dirty="0">
                <a:solidFill>
                  <a:srgbClr val="D4A857"/>
                </a:solidFill>
              </a:rPr>
              <a:t>PIVOT</a:t>
            </a:r>
          </a:p>
        </p:txBody>
      </p:sp>
      <p:sp>
        <p:nvSpPr>
          <p:cNvPr id="903" name="PivotMain"/>
          <p:cNvSpPr txBox="1"/>
          <p:nvPr/>
        </p:nvSpPr>
        <p:spPr>
          <a:xfrm>
            <a:off x="698500" y="4381500"/>
            <a:ext cx="7874000" cy="355600"/>
          </a:xfrm>
          <a:prstGeom prst="rect">
            <a:avLst/>
          </a:prstGeom>
          <a:noFill/>
        </p:spPr>
        <p:txBody>
          <a:bodyPr wrap="square" lIns="0" tIns="0" rIns="0" bIns="0" anchor="t"/>
          <a:lstStyle/>
          <a:p>
            <a:pPr algn="l">
              <a:lnSpc>
                <a:spcPct val="125000"/>
              </a:lnSpc>
              <a:buNone/>
            </a:pPr>
            <a:r>
              <a:rPr lang="fr-FR" sz="1600" i="1" dirty="0">
                <a:solidFill>
                  <a:srgbClr val="F2EDE4"/>
                </a:solidFill>
                <a:latin typeface="Playfair Display"/>
              </a:rPr>
              <a:t>L'épreuve n'est pas l'ennemie de la foi. Elle est son banc d'essai.</a:t>
            </a:r>
          </a:p>
        </p:txBody>
      </p:sp>
      <p:sp>
        <p:nvSpPr>
          <p:cNvPr id="904" name="Page"/>
          <p:cNvSpPr txBox="1"/>
          <p:nvPr/>
        </p:nvSpPr>
        <p:spPr>
          <a:xfrm>
            <a:off x="7874000" y="4864100"/>
            <a:ext cx="762000" cy="190500"/>
          </a:xfrm>
          <a:prstGeom prst="rect">
            <a:avLst/>
          </a:prstGeom>
          <a:noFill/>
        </p:spPr>
        <p:txBody>
          <a:bodyPr wrap="square" lIns="0" tIns="0" rIns="0" bIns="0" anchor="t"/>
          <a:lstStyle/>
          <a:p>
            <a:pPr algn="r">
              <a:buNone/>
            </a:pPr>
            <a:r>
              <a:rPr lang="fr-FR" sz="1000" spc="200" dirty="0">
                <a:solidFill>
                  <a:srgbClr val="B8B0A0"/>
                </a:solidFill>
              </a:rPr>
              <a:t>05 / 10</a:t>
            </a:r>
          </a:p>
        </p:txBody>
      </p:sp>
    </p:spTree>
    <p:extLst>
      <p:ext uri="{BB962C8B-B14F-4D97-AF65-F5344CB8AC3E}">
        <p14:creationId xmlns:p14="http://schemas.microsoft.com/office/powerpoint/2010/main" val="18206246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21215"/>
        </a:solidFill>
        <a:effectLst/>
      </p:bgPr>
    </p:bg>
    <p:spTree>
      <p:nvGrpSpPr>
        <p:cNvPr id="1" name=""/>
        <p:cNvGrpSpPr/>
        <p:nvPr/>
      </p:nvGrpSpPr>
      <p:grpSpPr>
        <a:xfrm>
          <a:off x="0" y="0"/>
          <a:ext cx="0" cy="0"/>
          <a:chOff x="0" y="0"/>
          <a:chExt cx="0" cy="0"/>
        </a:xfrm>
      </p:grpSpPr>
      <p:sp>
        <p:nvSpPr>
          <p:cNvPr id="600" name="VRule"/>
          <p:cNvSpPr/>
          <p:nvPr/>
        </p:nvSpPr>
        <p:spPr>
          <a:xfrm>
            <a:off x="4318000" y="1270000"/>
            <a:ext cx="25400" cy="2540000"/>
          </a:xfrm>
          <a:prstGeom prst="rect">
            <a:avLst/>
          </a:prstGeom>
          <a:solidFill>
            <a:srgbClr val="D4A857"/>
          </a:solidFill>
          <a:ln>
            <a:noFill/>
          </a:ln>
        </p:spPr>
        <p:txBody>
          <a:bodyPr/>
          <a:lstStyle/>
          <a:p>
            <a:endParaRPr/>
          </a:p>
        </p:txBody>
      </p:sp>
      <p:sp>
        <p:nvSpPr>
          <p:cNvPr id="601" name="BigNum"/>
          <p:cNvSpPr txBox="1"/>
          <p:nvPr/>
        </p:nvSpPr>
        <p:spPr>
          <a:xfrm>
            <a:off x="457200" y="1016000"/>
            <a:ext cx="3810000" cy="3556000"/>
          </a:xfrm>
          <a:prstGeom prst="rect">
            <a:avLst/>
          </a:prstGeom>
          <a:noFill/>
        </p:spPr>
        <p:txBody>
          <a:bodyPr wrap="square" lIns="0" tIns="0" rIns="0" bIns="0" anchor="ctr"/>
          <a:lstStyle/>
          <a:p>
            <a:pPr algn="l">
              <a:buNone/>
            </a:pPr>
            <a:r>
              <a:rPr lang="fr-FR" sz="24000" i="1" dirty="0">
                <a:solidFill>
                  <a:srgbClr val="D4A857"/>
                </a:solidFill>
                <a:latin typeface="Playfair Display"/>
              </a:rPr>
              <a:t>02</a:t>
            </a:r>
          </a:p>
        </p:txBody>
      </p:sp>
      <p:sp>
        <p:nvSpPr>
          <p:cNvPr id="602" name="Eyebrow"/>
          <p:cNvSpPr txBox="1"/>
          <p:nvPr/>
        </p:nvSpPr>
        <p:spPr>
          <a:xfrm>
            <a:off x="4572000" y="1397000"/>
            <a:ext cx="4064000" cy="254000"/>
          </a:xfrm>
          <a:prstGeom prst="rect">
            <a:avLst/>
          </a:prstGeom>
          <a:noFill/>
        </p:spPr>
        <p:txBody>
          <a:bodyPr wrap="square" lIns="0" tIns="0" rIns="0" bIns="0" anchor="t"/>
          <a:lstStyle/>
          <a:p>
            <a:pPr algn="l">
              <a:buNone/>
            </a:pPr>
            <a:r>
              <a:rPr lang="fr-FR" sz="1400" b="1" spc="400" dirty="0">
                <a:solidFill>
                  <a:srgbClr val="D4A857"/>
                </a:solidFill>
              </a:rPr>
              <a:t>POINT 02 · MARQUE 2</a:t>
            </a:r>
          </a:p>
        </p:txBody>
      </p:sp>
      <p:sp>
        <p:nvSpPr>
          <p:cNvPr id="603" name="Verb"/>
          <p:cNvSpPr txBox="1"/>
          <p:nvPr/>
        </p:nvSpPr>
        <p:spPr>
          <a:xfrm>
            <a:off x="4572000" y="1841500"/>
            <a:ext cx="4064000" cy="889000"/>
          </a:xfrm>
          <a:prstGeom prst="rect">
            <a:avLst/>
          </a:prstGeom>
          <a:noFill/>
        </p:spPr>
        <p:txBody>
          <a:bodyPr wrap="square" lIns="0" tIns="0" rIns="0" bIns="0" anchor="t"/>
          <a:lstStyle/>
          <a:p>
            <a:pPr algn="l">
              <a:buNone/>
            </a:pPr>
            <a:r>
              <a:rPr lang="fr-FR" sz="6000" b="1" spc="200" dirty="0">
                <a:solidFill>
                  <a:srgbClr val="F2EDE4"/>
                </a:solidFill>
              </a:rPr>
              <a:t>PRODUIT</a:t>
            </a:r>
          </a:p>
        </p:txBody>
      </p:sp>
      <p:sp>
        <p:nvSpPr>
          <p:cNvPr id="604" name="Desc"/>
          <p:cNvSpPr txBox="1"/>
          <p:nvPr/>
        </p:nvSpPr>
        <p:spPr>
          <a:xfrm>
            <a:off x="4572000" y="2857500"/>
            <a:ext cx="4064000" cy="635000"/>
          </a:xfrm>
          <a:prstGeom prst="rect">
            <a:avLst/>
          </a:prstGeom>
          <a:noFill/>
        </p:spPr>
        <p:txBody>
          <a:bodyPr wrap="square" lIns="0" tIns="0" rIns="0" bIns="0" anchor="t"/>
          <a:lstStyle/>
          <a:p>
            <a:pPr algn="l">
              <a:lnSpc>
                <a:spcPct val="120000"/>
              </a:lnSpc>
              <a:buNone/>
            </a:pPr>
            <a:r>
              <a:rPr lang="fr-FR" sz="2000" i="1" dirty="0">
                <a:solidFill>
                  <a:srgbClr val="B8B0A0"/>
                </a:solidFill>
                <a:latin typeface="Playfair Display"/>
              </a:rPr>
              <a:t>Une foi prouvée par les actes</a:t>
            </a:r>
          </a:p>
        </p:txBody>
      </p:sp>
      <p:sp>
        <p:nvSpPr>
          <p:cNvPr id="605" name="RefBadge"/>
          <p:cNvSpPr/>
          <p:nvPr/>
        </p:nvSpPr>
        <p:spPr>
          <a:xfrm>
            <a:off x="4572000" y="3619500"/>
            <a:ext cx="3556000" cy="457200"/>
          </a:xfrm>
          <a:prstGeom prst="rect">
            <a:avLst/>
          </a:prstGeom>
          <a:solidFill>
            <a:srgbClr val="D4A857"/>
          </a:solidFill>
          <a:ln>
            <a:noFill/>
          </a:ln>
        </p:spPr>
        <p:txBody>
          <a:bodyPr/>
          <a:lstStyle/>
          <a:p>
            <a:endParaRPr/>
          </a:p>
        </p:txBody>
      </p:sp>
      <p:sp>
        <p:nvSpPr>
          <p:cNvPr id="606" name="Ref"/>
          <p:cNvSpPr txBox="1"/>
          <p:nvPr/>
        </p:nvSpPr>
        <p:spPr>
          <a:xfrm>
            <a:off x="4724400" y="3619500"/>
            <a:ext cx="3302000" cy="457200"/>
          </a:xfrm>
          <a:prstGeom prst="rect">
            <a:avLst/>
          </a:prstGeom>
          <a:noFill/>
        </p:spPr>
        <p:txBody>
          <a:bodyPr wrap="square" lIns="0" tIns="0" rIns="0" bIns="0" anchor="ctr"/>
          <a:lstStyle/>
          <a:p>
            <a:pPr algn="l">
              <a:buNone/>
            </a:pPr>
            <a:r>
              <a:rPr lang="fr-FR" sz="1500" b="1" spc="200" dirty="0">
                <a:solidFill>
                  <a:srgbClr val="1A1F2E"/>
                </a:solidFill>
              </a:rPr>
              <a:t>JACQUES 1.19 — 2.26</a:t>
            </a:r>
          </a:p>
        </p:txBody>
      </p:sp>
      <p:sp>
        <p:nvSpPr>
          <p:cNvPr id="607" name="Page"/>
          <p:cNvSpPr txBox="1"/>
          <p:nvPr/>
        </p:nvSpPr>
        <p:spPr>
          <a:xfrm>
            <a:off x="7874000" y="4864100"/>
            <a:ext cx="762000" cy="190500"/>
          </a:xfrm>
          <a:prstGeom prst="rect">
            <a:avLst/>
          </a:prstGeom>
          <a:noFill/>
        </p:spPr>
        <p:txBody>
          <a:bodyPr wrap="square" lIns="0" tIns="0" rIns="0" bIns="0" anchor="t"/>
          <a:lstStyle/>
          <a:p>
            <a:pPr algn="r">
              <a:buNone/>
            </a:pPr>
            <a:r>
              <a:rPr lang="fr-FR" sz="1000" spc="200" dirty="0">
                <a:solidFill>
                  <a:srgbClr val="B8B0A0"/>
                </a:solidFill>
              </a:rPr>
              <a:t>06 / 10</a:t>
            </a:r>
          </a:p>
        </p:txBody>
      </p:sp>
    </p:spTree>
    <p:extLst>
      <p:ext uri="{BB962C8B-B14F-4D97-AF65-F5344CB8AC3E}">
        <p14:creationId xmlns:p14="http://schemas.microsoft.com/office/powerpoint/2010/main" val="34180464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21215"/>
        </a:solidFill>
        <a:effectLst/>
      </p:bgPr>
    </p:bg>
    <p:spTree>
      <p:nvGrpSpPr>
        <p:cNvPr id="1" name=""/>
        <p:cNvGrpSpPr/>
        <p:nvPr/>
      </p:nvGrpSpPr>
      <p:grpSpPr>
        <a:xfrm>
          <a:off x="0" y="0"/>
          <a:ext cx="0" cy="0"/>
          <a:chOff x="0" y="0"/>
          <a:chExt cx="0" cy="0"/>
        </a:xfrm>
      </p:grpSpPr>
      <p:sp>
        <p:nvSpPr>
          <p:cNvPr id="1000" name="Eyebrow"/>
          <p:cNvSpPr txBox="1"/>
          <p:nvPr/>
        </p:nvSpPr>
        <p:spPr>
          <a:xfrm>
            <a:off x="457200" y="635000"/>
            <a:ext cx="8229600" cy="254000"/>
          </a:xfrm>
          <a:prstGeom prst="rect">
            <a:avLst/>
          </a:prstGeom>
          <a:noFill/>
        </p:spPr>
        <p:txBody>
          <a:bodyPr wrap="square" lIns="0" tIns="0" rIns="0" bIns="0" anchor="t"/>
          <a:lstStyle/>
          <a:p>
            <a:pPr algn="l">
              <a:buNone/>
            </a:pPr>
            <a:r>
              <a:rPr lang="fr-FR" sz="1400" b="1" spc="400" dirty="0">
                <a:solidFill>
                  <a:srgbClr val="D4A857"/>
                </a:solidFill>
              </a:rPr>
              <a:t>02  ·  PRODUIT</a:t>
            </a:r>
          </a:p>
        </p:txBody>
      </p:sp>
      <p:sp>
        <p:nvSpPr>
          <p:cNvPr id="1001" name="Rule"/>
          <p:cNvSpPr/>
          <p:nvPr/>
        </p:nvSpPr>
        <p:spPr>
          <a:xfrm>
            <a:off x="457200" y="1016000"/>
            <a:ext cx="8229600" cy="12700"/>
          </a:xfrm>
          <a:prstGeom prst="rect">
            <a:avLst/>
          </a:prstGeom>
          <a:solidFill>
            <a:srgbClr val="8B5A3C"/>
          </a:solidFill>
          <a:ln>
            <a:noFill/>
          </a:ln>
        </p:spPr>
        <p:txBody>
          <a:bodyPr/>
          <a:lstStyle/>
          <a:p>
            <a:endParaRPr/>
          </a:p>
        </p:txBody>
      </p:sp>
      <p:sp>
        <p:nvSpPr>
          <p:cNvPr id="1010" name="Ref0"/>
          <p:cNvSpPr txBox="1"/>
          <p:nvPr/>
        </p:nvSpPr>
        <p:spPr>
          <a:xfrm>
            <a:off x="457200" y="1079500"/>
            <a:ext cx="3987800" cy="254000"/>
          </a:xfrm>
          <a:prstGeom prst="rect">
            <a:avLst/>
          </a:prstGeom>
          <a:noFill/>
        </p:spPr>
        <p:txBody>
          <a:bodyPr wrap="square" lIns="0" tIns="0" rIns="0" bIns="0" anchor="t"/>
          <a:lstStyle/>
          <a:p>
            <a:pPr algn="l">
              <a:buNone/>
            </a:pPr>
            <a:r>
              <a:rPr lang="fr-FR" sz="1300" b="1" spc="200" dirty="0">
                <a:solidFill>
                  <a:srgbClr val="D4A857"/>
                </a:solidFill>
              </a:rPr>
              <a:t>Jc 1.19-21</a:t>
            </a:r>
          </a:p>
        </p:txBody>
      </p:sp>
      <p:sp>
        <p:nvSpPr>
          <p:cNvPr id="1011" name="Desc0"/>
          <p:cNvSpPr txBox="1"/>
          <p:nvPr/>
        </p:nvSpPr>
        <p:spPr>
          <a:xfrm>
            <a:off x="457200" y="1358900"/>
            <a:ext cx="3987800" cy="508000"/>
          </a:xfrm>
          <a:prstGeom prst="rect">
            <a:avLst/>
          </a:prstGeom>
          <a:noFill/>
        </p:spPr>
        <p:txBody>
          <a:bodyPr wrap="square" lIns="0" tIns="0" rIns="0" bIns="0" anchor="t"/>
          <a:lstStyle/>
          <a:p>
            <a:pPr algn="l">
              <a:lnSpc>
                <a:spcPct val="125000"/>
              </a:lnSpc>
              <a:buNone/>
            </a:pPr>
            <a:r>
              <a:rPr lang="fr-FR" sz="1500" dirty="0">
                <a:solidFill>
                  <a:srgbClr val="F2EDE4"/>
                </a:solidFill>
              </a:rPr>
              <a:t>Prompt à écouter, lent à parler, lent à se mettre en colère.</a:t>
            </a:r>
          </a:p>
        </p:txBody>
      </p:sp>
      <p:sp>
        <p:nvSpPr>
          <p:cNvPr id="1012" name="Ref1"/>
          <p:cNvSpPr txBox="1"/>
          <p:nvPr/>
        </p:nvSpPr>
        <p:spPr>
          <a:xfrm>
            <a:off x="4699000" y="1079500"/>
            <a:ext cx="3987800" cy="254000"/>
          </a:xfrm>
          <a:prstGeom prst="rect">
            <a:avLst/>
          </a:prstGeom>
          <a:noFill/>
        </p:spPr>
        <p:txBody>
          <a:bodyPr wrap="square" lIns="0" tIns="0" rIns="0" bIns="0" anchor="t"/>
          <a:lstStyle/>
          <a:p>
            <a:pPr algn="l">
              <a:buNone/>
            </a:pPr>
            <a:r>
              <a:rPr lang="fr-FR" sz="1300" b="1" spc="200" dirty="0">
                <a:solidFill>
                  <a:srgbClr val="D4A857"/>
                </a:solidFill>
              </a:rPr>
              <a:t>Jc 1.22-25</a:t>
            </a:r>
          </a:p>
        </p:txBody>
      </p:sp>
      <p:sp>
        <p:nvSpPr>
          <p:cNvPr id="1013" name="Desc1"/>
          <p:cNvSpPr txBox="1"/>
          <p:nvPr/>
        </p:nvSpPr>
        <p:spPr>
          <a:xfrm>
            <a:off x="4699000" y="1358900"/>
            <a:ext cx="3987800" cy="508000"/>
          </a:xfrm>
          <a:prstGeom prst="rect">
            <a:avLst/>
          </a:prstGeom>
          <a:noFill/>
        </p:spPr>
        <p:txBody>
          <a:bodyPr wrap="square" lIns="0" tIns="0" rIns="0" bIns="0" anchor="t"/>
          <a:lstStyle/>
          <a:p>
            <a:pPr algn="l">
              <a:lnSpc>
                <a:spcPct val="125000"/>
              </a:lnSpc>
              <a:buNone/>
            </a:pPr>
            <a:r>
              <a:rPr lang="fr-FR" sz="1500" dirty="0">
                <a:solidFill>
                  <a:srgbClr val="F2EDE4"/>
                </a:solidFill>
              </a:rPr>
              <a:t>Mettre la Parole en pratique, et non se contenter de l'entendre.</a:t>
            </a:r>
          </a:p>
        </p:txBody>
      </p:sp>
      <p:sp>
        <p:nvSpPr>
          <p:cNvPr id="1014" name="Ref2"/>
          <p:cNvSpPr txBox="1"/>
          <p:nvPr/>
        </p:nvSpPr>
        <p:spPr>
          <a:xfrm>
            <a:off x="457200" y="2032000"/>
            <a:ext cx="3987800" cy="254000"/>
          </a:xfrm>
          <a:prstGeom prst="rect">
            <a:avLst/>
          </a:prstGeom>
          <a:noFill/>
        </p:spPr>
        <p:txBody>
          <a:bodyPr wrap="square" lIns="0" tIns="0" rIns="0" bIns="0" anchor="t"/>
          <a:lstStyle/>
          <a:p>
            <a:pPr algn="l">
              <a:buNone/>
            </a:pPr>
            <a:r>
              <a:rPr lang="fr-FR" sz="1300" b="1" spc="200" dirty="0">
                <a:solidFill>
                  <a:srgbClr val="D4A857"/>
                </a:solidFill>
              </a:rPr>
              <a:t>Jc 1.26-27</a:t>
            </a:r>
          </a:p>
        </p:txBody>
      </p:sp>
      <p:sp>
        <p:nvSpPr>
          <p:cNvPr id="1015" name="Desc2"/>
          <p:cNvSpPr txBox="1"/>
          <p:nvPr/>
        </p:nvSpPr>
        <p:spPr>
          <a:xfrm>
            <a:off x="457200" y="2311400"/>
            <a:ext cx="3987800" cy="508000"/>
          </a:xfrm>
          <a:prstGeom prst="rect">
            <a:avLst/>
          </a:prstGeom>
          <a:noFill/>
        </p:spPr>
        <p:txBody>
          <a:bodyPr wrap="square" lIns="0" tIns="0" rIns="0" bIns="0" anchor="t"/>
          <a:lstStyle/>
          <a:p>
            <a:pPr algn="l">
              <a:lnSpc>
                <a:spcPct val="125000"/>
              </a:lnSpc>
              <a:buNone/>
            </a:pPr>
            <a:r>
              <a:rPr lang="fr-FR" sz="1500" dirty="0">
                <a:solidFill>
                  <a:srgbClr val="F2EDE4"/>
                </a:solidFill>
              </a:rPr>
              <a:t>La religion pure : visiter les orphelins et les veuves dans leur détresse.</a:t>
            </a:r>
          </a:p>
        </p:txBody>
      </p:sp>
      <p:sp>
        <p:nvSpPr>
          <p:cNvPr id="1016" name="Ref3"/>
          <p:cNvSpPr txBox="1"/>
          <p:nvPr/>
        </p:nvSpPr>
        <p:spPr>
          <a:xfrm>
            <a:off x="4699000" y="2032000"/>
            <a:ext cx="3987800" cy="254000"/>
          </a:xfrm>
          <a:prstGeom prst="rect">
            <a:avLst/>
          </a:prstGeom>
          <a:noFill/>
        </p:spPr>
        <p:txBody>
          <a:bodyPr wrap="square" lIns="0" tIns="0" rIns="0" bIns="0" anchor="t"/>
          <a:lstStyle/>
          <a:p>
            <a:pPr algn="l">
              <a:buNone/>
            </a:pPr>
            <a:r>
              <a:rPr lang="fr-FR" sz="1300" b="1" spc="200" dirty="0">
                <a:solidFill>
                  <a:srgbClr val="D4A857"/>
                </a:solidFill>
              </a:rPr>
              <a:t>Jc 2.1-13</a:t>
            </a:r>
          </a:p>
        </p:txBody>
      </p:sp>
      <p:sp>
        <p:nvSpPr>
          <p:cNvPr id="1017" name="Desc3"/>
          <p:cNvSpPr txBox="1"/>
          <p:nvPr/>
        </p:nvSpPr>
        <p:spPr>
          <a:xfrm>
            <a:off x="4699000" y="2311400"/>
            <a:ext cx="3987800" cy="508000"/>
          </a:xfrm>
          <a:prstGeom prst="rect">
            <a:avLst/>
          </a:prstGeom>
          <a:noFill/>
        </p:spPr>
        <p:txBody>
          <a:bodyPr wrap="square" lIns="0" tIns="0" rIns="0" bIns="0" anchor="t"/>
          <a:lstStyle/>
          <a:p>
            <a:pPr algn="l">
              <a:lnSpc>
                <a:spcPct val="125000"/>
              </a:lnSpc>
              <a:buNone/>
            </a:pPr>
            <a:r>
              <a:rPr lang="fr-FR" sz="1500" dirty="0">
                <a:solidFill>
                  <a:srgbClr val="F2EDE4"/>
                </a:solidFill>
              </a:rPr>
              <a:t>Le test du favoritisme : comment vous accueillez le pauvre révèle votre foi.</a:t>
            </a:r>
          </a:p>
        </p:txBody>
      </p:sp>
      <p:sp>
        <p:nvSpPr>
          <p:cNvPr id="1018" name="Ref4"/>
          <p:cNvSpPr txBox="1"/>
          <p:nvPr/>
        </p:nvSpPr>
        <p:spPr>
          <a:xfrm>
            <a:off x="457200" y="2984500"/>
            <a:ext cx="3987800" cy="254000"/>
          </a:xfrm>
          <a:prstGeom prst="rect">
            <a:avLst/>
          </a:prstGeom>
          <a:noFill/>
        </p:spPr>
        <p:txBody>
          <a:bodyPr wrap="square" lIns="0" tIns="0" rIns="0" bIns="0" anchor="t"/>
          <a:lstStyle/>
          <a:p>
            <a:pPr algn="l">
              <a:buNone/>
            </a:pPr>
            <a:r>
              <a:rPr lang="fr-FR" sz="1300" b="1" spc="200" dirty="0">
                <a:solidFill>
                  <a:srgbClr val="D4A857"/>
                </a:solidFill>
              </a:rPr>
              <a:t>Jc 2.14-19</a:t>
            </a:r>
          </a:p>
        </p:txBody>
      </p:sp>
      <p:sp>
        <p:nvSpPr>
          <p:cNvPr id="1019" name="Desc4"/>
          <p:cNvSpPr txBox="1"/>
          <p:nvPr/>
        </p:nvSpPr>
        <p:spPr>
          <a:xfrm>
            <a:off x="457200" y="3263900"/>
            <a:ext cx="3987800" cy="508000"/>
          </a:xfrm>
          <a:prstGeom prst="rect">
            <a:avLst/>
          </a:prstGeom>
          <a:noFill/>
        </p:spPr>
        <p:txBody>
          <a:bodyPr wrap="square" lIns="0" tIns="0" rIns="0" bIns="0" anchor="t"/>
          <a:lstStyle/>
          <a:p>
            <a:pPr algn="l">
              <a:lnSpc>
                <a:spcPct val="125000"/>
              </a:lnSpc>
              <a:buNone/>
            </a:pPr>
            <a:r>
              <a:rPr lang="fr-FR" sz="1500" dirty="0">
                <a:solidFill>
                  <a:srgbClr val="F2EDE4"/>
                </a:solidFill>
              </a:rPr>
              <a:t>La foi sans les œuvres : morte, stérile — même les démons croient.</a:t>
            </a:r>
          </a:p>
        </p:txBody>
      </p:sp>
      <p:sp>
        <p:nvSpPr>
          <p:cNvPr id="1020" name="Ref5"/>
          <p:cNvSpPr txBox="1"/>
          <p:nvPr/>
        </p:nvSpPr>
        <p:spPr>
          <a:xfrm>
            <a:off x="4699000" y="2984500"/>
            <a:ext cx="3987800" cy="254000"/>
          </a:xfrm>
          <a:prstGeom prst="rect">
            <a:avLst/>
          </a:prstGeom>
          <a:noFill/>
        </p:spPr>
        <p:txBody>
          <a:bodyPr wrap="square" lIns="0" tIns="0" rIns="0" bIns="0" anchor="t"/>
          <a:lstStyle/>
          <a:p>
            <a:pPr algn="l">
              <a:buNone/>
            </a:pPr>
            <a:r>
              <a:rPr lang="fr-FR" sz="1300" b="1" spc="200" dirty="0">
                <a:solidFill>
                  <a:srgbClr val="D4A857"/>
                </a:solidFill>
              </a:rPr>
              <a:t>Jc 2.20-26</a:t>
            </a:r>
          </a:p>
        </p:txBody>
      </p:sp>
      <p:sp>
        <p:nvSpPr>
          <p:cNvPr id="1021" name="Desc5"/>
          <p:cNvSpPr txBox="1"/>
          <p:nvPr/>
        </p:nvSpPr>
        <p:spPr>
          <a:xfrm>
            <a:off x="4699000" y="3263900"/>
            <a:ext cx="3987800" cy="508000"/>
          </a:xfrm>
          <a:prstGeom prst="rect">
            <a:avLst/>
          </a:prstGeom>
          <a:noFill/>
        </p:spPr>
        <p:txBody>
          <a:bodyPr wrap="square" lIns="0" tIns="0" rIns="0" bIns="0" anchor="t"/>
          <a:lstStyle/>
          <a:p>
            <a:pPr algn="l">
              <a:lnSpc>
                <a:spcPct val="125000"/>
              </a:lnSpc>
              <a:buNone/>
            </a:pPr>
            <a:r>
              <a:rPr lang="fr-FR" sz="1500" dirty="0">
                <a:solidFill>
                  <a:srgbClr val="F2EDE4"/>
                </a:solidFill>
              </a:rPr>
              <a:t>Abraham et Rahab : la foi traverse toutes les frontières et se vérifie en actes.</a:t>
            </a:r>
          </a:p>
        </p:txBody>
      </p:sp>
      <p:sp>
        <p:nvSpPr>
          <p:cNvPr id="1100" name="PivotBG"/>
          <p:cNvSpPr/>
          <p:nvPr/>
        </p:nvSpPr>
        <p:spPr>
          <a:xfrm>
            <a:off x="457200" y="4064000"/>
            <a:ext cx="8229600" cy="698500"/>
          </a:xfrm>
          <a:prstGeom prst="rect">
            <a:avLst/>
          </a:prstGeom>
          <a:solidFill>
            <a:srgbClr val="262C3D"/>
          </a:solidFill>
          <a:ln>
            <a:noFill/>
          </a:ln>
        </p:spPr>
        <p:txBody>
          <a:bodyPr/>
          <a:lstStyle/>
          <a:p>
            <a:endParaRPr/>
          </a:p>
        </p:txBody>
      </p:sp>
      <p:sp>
        <p:nvSpPr>
          <p:cNvPr id="1101" name="PivotBar"/>
          <p:cNvSpPr/>
          <p:nvPr/>
        </p:nvSpPr>
        <p:spPr>
          <a:xfrm>
            <a:off x="457200" y="4064000"/>
            <a:ext cx="63500" cy="698500"/>
          </a:xfrm>
          <a:prstGeom prst="rect">
            <a:avLst/>
          </a:prstGeom>
          <a:solidFill>
            <a:srgbClr val="D4A857"/>
          </a:solidFill>
          <a:ln>
            <a:noFill/>
          </a:ln>
        </p:spPr>
        <p:txBody>
          <a:bodyPr/>
          <a:lstStyle/>
          <a:p>
            <a:endParaRPr/>
          </a:p>
        </p:txBody>
      </p:sp>
      <p:sp>
        <p:nvSpPr>
          <p:cNvPr id="1102" name="PivotLabel"/>
          <p:cNvSpPr txBox="1"/>
          <p:nvPr/>
        </p:nvSpPr>
        <p:spPr>
          <a:xfrm>
            <a:off x="698500" y="4165600"/>
            <a:ext cx="762000" cy="228600"/>
          </a:xfrm>
          <a:prstGeom prst="rect">
            <a:avLst/>
          </a:prstGeom>
          <a:noFill/>
        </p:spPr>
        <p:txBody>
          <a:bodyPr wrap="square" lIns="0" tIns="0" rIns="0" bIns="0" anchor="t"/>
          <a:lstStyle/>
          <a:p>
            <a:pPr algn="l">
              <a:buNone/>
            </a:pPr>
            <a:r>
              <a:rPr lang="fr-FR" sz="1200" b="1" spc="400" dirty="0">
                <a:solidFill>
                  <a:srgbClr val="D4A857"/>
                </a:solidFill>
              </a:rPr>
              <a:t>PIVOT</a:t>
            </a:r>
          </a:p>
        </p:txBody>
      </p:sp>
      <p:sp>
        <p:nvSpPr>
          <p:cNvPr id="1103" name="PivotMain"/>
          <p:cNvSpPr txBox="1"/>
          <p:nvPr/>
        </p:nvSpPr>
        <p:spPr>
          <a:xfrm>
            <a:off x="698500" y="4381500"/>
            <a:ext cx="7874000" cy="355600"/>
          </a:xfrm>
          <a:prstGeom prst="rect">
            <a:avLst/>
          </a:prstGeom>
          <a:noFill/>
        </p:spPr>
        <p:txBody>
          <a:bodyPr wrap="square" lIns="0" tIns="0" rIns="0" bIns="0" anchor="t"/>
          <a:lstStyle/>
          <a:p>
            <a:pPr algn="l">
              <a:lnSpc>
                <a:spcPct val="125000"/>
              </a:lnSpc>
              <a:buNone/>
            </a:pPr>
            <a:r>
              <a:rPr lang="fr-FR" sz="1500" i="1" dirty="0">
                <a:solidFill>
                  <a:srgbClr val="F2EDE4"/>
                </a:solidFill>
                <a:latin typeface="Playfair Display"/>
              </a:rPr>
              <a:t>Une foi qui n'a rien déplacé dans votre semaine n'a probablement rien déplacé dans votre cœur.</a:t>
            </a:r>
          </a:p>
        </p:txBody>
      </p:sp>
      <p:sp>
        <p:nvSpPr>
          <p:cNvPr id="1104" name="Page"/>
          <p:cNvSpPr txBox="1"/>
          <p:nvPr/>
        </p:nvSpPr>
        <p:spPr>
          <a:xfrm>
            <a:off x="7874000" y="4864100"/>
            <a:ext cx="762000" cy="190500"/>
          </a:xfrm>
          <a:prstGeom prst="rect">
            <a:avLst/>
          </a:prstGeom>
          <a:noFill/>
        </p:spPr>
        <p:txBody>
          <a:bodyPr wrap="square" lIns="0" tIns="0" rIns="0" bIns="0" anchor="t"/>
          <a:lstStyle/>
          <a:p>
            <a:pPr algn="r">
              <a:buNone/>
            </a:pPr>
            <a:r>
              <a:rPr lang="fr-FR" sz="1000" spc="200" dirty="0">
                <a:solidFill>
                  <a:srgbClr val="B8B0A0"/>
                </a:solidFill>
              </a:rPr>
              <a:t>07 / 10</a:t>
            </a:r>
          </a:p>
        </p:txBody>
      </p:sp>
    </p:spTree>
    <p:extLst>
      <p:ext uri="{BB962C8B-B14F-4D97-AF65-F5344CB8AC3E}">
        <p14:creationId xmlns:p14="http://schemas.microsoft.com/office/powerpoint/2010/main" val="33685693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21215"/>
        </a:solidFill>
        <a:effectLst/>
      </p:bgPr>
    </p:bg>
    <p:spTree>
      <p:nvGrpSpPr>
        <p:cNvPr id="1" name=""/>
        <p:cNvGrpSpPr/>
        <p:nvPr/>
      </p:nvGrpSpPr>
      <p:grpSpPr>
        <a:xfrm>
          <a:off x="0" y="0"/>
          <a:ext cx="0" cy="0"/>
          <a:chOff x="0" y="0"/>
          <a:chExt cx="0" cy="0"/>
        </a:xfrm>
      </p:grpSpPr>
      <p:sp>
        <p:nvSpPr>
          <p:cNvPr id="700" name="VRule"/>
          <p:cNvSpPr/>
          <p:nvPr/>
        </p:nvSpPr>
        <p:spPr>
          <a:xfrm>
            <a:off x="4318000" y="1270000"/>
            <a:ext cx="25400" cy="2540000"/>
          </a:xfrm>
          <a:prstGeom prst="rect">
            <a:avLst/>
          </a:prstGeom>
          <a:solidFill>
            <a:srgbClr val="D4A857"/>
          </a:solidFill>
          <a:ln>
            <a:noFill/>
          </a:ln>
        </p:spPr>
        <p:txBody>
          <a:bodyPr/>
          <a:lstStyle/>
          <a:p>
            <a:endParaRPr/>
          </a:p>
        </p:txBody>
      </p:sp>
      <p:sp>
        <p:nvSpPr>
          <p:cNvPr id="701" name="BigNum"/>
          <p:cNvSpPr txBox="1"/>
          <p:nvPr/>
        </p:nvSpPr>
        <p:spPr>
          <a:xfrm>
            <a:off x="457200" y="1016000"/>
            <a:ext cx="3810000" cy="3556000"/>
          </a:xfrm>
          <a:prstGeom prst="rect">
            <a:avLst/>
          </a:prstGeom>
          <a:noFill/>
        </p:spPr>
        <p:txBody>
          <a:bodyPr wrap="square" lIns="0" tIns="0" rIns="0" bIns="0" anchor="ctr"/>
          <a:lstStyle/>
          <a:p>
            <a:pPr algn="l">
              <a:buNone/>
            </a:pPr>
            <a:r>
              <a:rPr lang="fr-FR" sz="24000" i="1" dirty="0">
                <a:solidFill>
                  <a:srgbClr val="D4A857"/>
                </a:solidFill>
                <a:latin typeface="Playfair Display"/>
              </a:rPr>
              <a:t>03</a:t>
            </a:r>
          </a:p>
        </p:txBody>
      </p:sp>
      <p:sp>
        <p:nvSpPr>
          <p:cNvPr id="702" name="Eyebrow"/>
          <p:cNvSpPr txBox="1"/>
          <p:nvPr/>
        </p:nvSpPr>
        <p:spPr>
          <a:xfrm>
            <a:off x="4572000" y="1397000"/>
            <a:ext cx="4064000" cy="254000"/>
          </a:xfrm>
          <a:prstGeom prst="rect">
            <a:avLst/>
          </a:prstGeom>
          <a:noFill/>
        </p:spPr>
        <p:txBody>
          <a:bodyPr wrap="square" lIns="0" tIns="0" rIns="0" bIns="0" anchor="t"/>
          <a:lstStyle/>
          <a:p>
            <a:pPr algn="l">
              <a:buNone/>
            </a:pPr>
            <a:r>
              <a:rPr lang="fr-FR" sz="1400" b="1" spc="400" dirty="0">
                <a:solidFill>
                  <a:srgbClr val="D4A857"/>
                </a:solidFill>
              </a:rPr>
              <a:t>POINT 03 · MARQUE 3</a:t>
            </a:r>
          </a:p>
        </p:txBody>
      </p:sp>
      <p:sp>
        <p:nvSpPr>
          <p:cNvPr id="703" name="Verb"/>
          <p:cNvSpPr txBox="1"/>
          <p:nvPr/>
        </p:nvSpPr>
        <p:spPr>
          <a:xfrm>
            <a:off x="4572000" y="1841500"/>
            <a:ext cx="4064000" cy="889000"/>
          </a:xfrm>
          <a:prstGeom prst="rect">
            <a:avLst/>
          </a:prstGeom>
          <a:noFill/>
        </p:spPr>
        <p:txBody>
          <a:bodyPr wrap="square" lIns="0" tIns="0" rIns="0" bIns="0" anchor="t"/>
          <a:lstStyle/>
          <a:p>
            <a:pPr algn="l">
              <a:buNone/>
            </a:pPr>
            <a:r>
              <a:rPr lang="fr-FR" sz="6000" b="1" spc="200" dirty="0">
                <a:solidFill>
                  <a:srgbClr val="F2EDE4"/>
                </a:solidFill>
              </a:rPr>
              <a:t>PURIFIE</a:t>
            </a:r>
          </a:p>
        </p:txBody>
      </p:sp>
      <p:sp>
        <p:nvSpPr>
          <p:cNvPr id="704" name="Desc"/>
          <p:cNvSpPr txBox="1"/>
          <p:nvPr/>
        </p:nvSpPr>
        <p:spPr>
          <a:xfrm>
            <a:off x="4572000" y="2857500"/>
            <a:ext cx="4064000" cy="762000"/>
          </a:xfrm>
          <a:prstGeom prst="rect">
            <a:avLst/>
          </a:prstGeom>
          <a:noFill/>
        </p:spPr>
        <p:txBody>
          <a:bodyPr wrap="square" lIns="0" tIns="0" rIns="0" bIns="0" anchor="t"/>
          <a:lstStyle/>
          <a:p>
            <a:pPr algn="l">
              <a:lnSpc>
                <a:spcPct val="120000"/>
              </a:lnSpc>
              <a:buNone/>
            </a:pPr>
            <a:r>
              <a:rPr lang="fr-FR" sz="2000" i="1" dirty="0">
                <a:solidFill>
                  <a:srgbClr val="B8B0A0"/>
                </a:solidFill>
                <a:latin typeface="Playfair Display"/>
              </a:rPr>
              <a:t>Une foi exprimée dans la parole et la prière</a:t>
            </a:r>
          </a:p>
        </p:txBody>
      </p:sp>
      <p:sp>
        <p:nvSpPr>
          <p:cNvPr id="705" name="RefBadge"/>
          <p:cNvSpPr/>
          <p:nvPr/>
        </p:nvSpPr>
        <p:spPr>
          <a:xfrm>
            <a:off x="4572000" y="3746500"/>
            <a:ext cx="3556000" cy="457200"/>
          </a:xfrm>
          <a:prstGeom prst="rect">
            <a:avLst/>
          </a:prstGeom>
          <a:solidFill>
            <a:srgbClr val="D4A857"/>
          </a:solidFill>
          <a:ln>
            <a:noFill/>
          </a:ln>
        </p:spPr>
        <p:txBody>
          <a:bodyPr/>
          <a:lstStyle/>
          <a:p>
            <a:endParaRPr/>
          </a:p>
        </p:txBody>
      </p:sp>
      <p:sp>
        <p:nvSpPr>
          <p:cNvPr id="706" name="Ref"/>
          <p:cNvSpPr txBox="1"/>
          <p:nvPr/>
        </p:nvSpPr>
        <p:spPr>
          <a:xfrm>
            <a:off x="4724400" y="3746500"/>
            <a:ext cx="3302000" cy="457200"/>
          </a:xfrm>
          <a:prstGeom prst="rect">
            <a:avLst/>
          </a:prstGeom>
          <a:noFill/>
        </p:spPr>
        <p:txBody>
          <a:bodyPr wrap="square" lIns="0" tIns="0" rIns="0" bIns="0" anchor="ctr"/>
          <a:lstStyle/>
          <a:p>
            <a:pPr algn="l">
              <a:buNone/>
            </a:pPr>
            <a:r>
              <a:rPr lang="fr-FR" sz="1500" b="1" spc="200" dirty="0">
                <a:solidFill>
                  <a:srgbClr val="1A1F2E"/>
                </a:solidFill>
              </a:rPr>
              <a:t>JACQUES 3.1 — 5.20</a:t>
            </a:r>
          </a:p>
        </p:txBody>
      </p:sp>
      <p:sp>
        <p:nvSpPr>
          <p:cNvPr id="707" name="Page"/>
          <p:cNvSpPr txBox="1"/>
          <p:nvPr/>
        </p:nvSpPr>
        <p:spPr>
          <a:xfrm>
            <a:off x="7874000" y="4864100"/>
            <a:ext cx="762000" cy="190500"/>
          </a:xfrm>
          <a:prstGeom prst="rect">
            <a:avLst/>
          </a:prstGeom>
          <a:noFill/>
        </p:spPr>
        <p:txBody>
          <a:bodyPr wrap="square" lIns="0" tIns="0" rIns="0" bIns="0" anchor="t"/>
          <a:lstStyle/>
          <a:p>
            <a:pPr algn="r">
              <a:buNone/>
            </a:pPr>
            <a:r>
              <a:rPr lang="fr-FR" sz="1000" spc="200" dirty="0">
                <a:solidFill>
                  <a:srgbClr val="B8B0A0"/>
                </a:solidFill>
              </a:rPr>
              <a:t>08 / 10</a:t>
            </a:r>
          </a:p>
        </p:txBody>
      </p:sp>
    </p:spTree>
    <p:extLst>
      <p:ext uri="{BB962C8B-B14F-4D97-AF65-F5344CB8AC3E}">
        <p14:creationId xmlns:p14="http://schemas.microsoft.com/office/powerpoint/2010/main" val="1979959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21215"/>
        </a:solidFill>
        <a:effectLst/>
      </p:bgPr>
    </p:bg>
    <p:spTree>
      <p:nvGrpSpPr>
        <p:cNvPr id="1" name=""/>
        <p:cNvGrpSpPr/>
        <p:nvPr/>
      </p:nvGrpSpPr>
      <p:grpSpPr>
        <a:xfrm>
          <a:off x="0" y="0"/>
          <a:ext cx="0" cy="0"/>
          <a:chOff x="0" y="0"/>
          <a:chExt cx="0" cy="0"/>
        </a:xfrm>
      </p:grpSpPr>
      <p:sp>
        <p:nvSpPr>
          <p:cNvPr id="1200" name="Eyebrow"/>
          <p:cNvSpPr txBox="1"/>
          <p:nvPr/>
        </p:nvSpPr>
        <p:spPr>
          <a:xfrm>
            <a:off x="457200" y="635000"/>
            <a:ext cx="8229600" cy="254000"/>
          </a:xfrm>
          <a:prstGeom prst="rect">
            <a:avLst/>
          </a:prstGeom>
          <a:noFill/>
        </p:spPr>
        <p:txBody>
          <a:bodyPr wrap="square" lIns="0" tIns="0" rIns="0" bIns="0" anchor="t"/>
          <a:lstStyle/>
          <a:p>
            <a:pPr algn="l">
              <a:buNone/>
            </a:pPr>
            <a:r>
              <a:rPr lang="fr-FR" sz="1400" b="1" spc="400" dirty="0">
                <a:solidFill>
                  <a:srgbClr val="D4A857"/>
                </a:solidFill>
              </a:rPr>
              <a:t>03  ·  PURIFIE</a:t>
            </a:r>
          </a:p>
        </p:txBody>
      </p:sp>
      <p:sp>
        <p:nvSpPr>
          <p:cNvPr id="1201" name="Rule"/>
          <p:cNvSpPr/>
          <p:nvPr/>
        </p:nvSpPr>
        <p:spPr>
          <a:xfrm>
            <a:off x="457200" y="1016000"/>
            <a:ext cx="8229600" cy="12700"/>
          </a:xfrm>
          <a:prstGeom prst="rect">
            <a:avLst/>
          </a:prstGeom>
          <a:solidFill>
            <a:srgbClr val="8B5A3C"/>
          </a:solidFill>
          <a:ln>
            <a:noFill/>
          </a:ln>
        </p:spPr>
        <p:txBody>
          <a:bodyPr/>
          <a:lstStyle/>
          <a:p>
            <a:endParaRPr/>
          </a:p>
        </p:txBody>
      </p:sp>
      <p:sp>
        <p:nvSpPr>
          <p:cNvPr id="1210" name="Ref0"/>
          <p:cNvSpPr txBox="1"/>
          <p:nvPr/>
        </p:nvSpPr>
        <p:spPr>
          <a:xfrm>
            <a:off x="457200" y="1079500"/>
            <a:ext cx="3987800" cy="254000"/>
          </a:xfrm>
          <a:prstGeom prst="rect">
            <a:avLst/>
          </a:prstGeom>
          <a:noFill/>
        </p:spPr>
        <p:txBody>
          <a:bodyPr wrap="square" lIns="0" tIns="0" rIns="0" bIns="0" anchor="t"/>
          <a:lstStyle/>
          <a:p>
            <a:pPr algn="l">
              <a:buNone/>
            </a:pPr>
            <a:r>
              <a:rPr lang="fr-FR" sz="1300" b="1" spc="200" dirty="0">
                <a:solidFill>
                  <a:srgbClr val="D4A857"/>
                </a:solidFill>
              </a:rPr>
              <a:t>Jc 3.1-12</a:t>
            </a:r>
          </a:p>
        </p:txBody>
      </p:sp>
      <p:sp>
        <p:nvSpPr>
          <p:cNvPr id="1211" name="Desc0"/>
          <p:cNvSpPr txBox="1"/>
          <p:nvPr/>
        </p:nvSpPr>
        <p:spPr>
          <a:xfrm>
            <a:off x="457200" y="1358900"/>
            <a:ext cx="3987800" cy="508000"/>
          </a:xfrm>
          <a:prstGeom prst="rect">
            <a:avLst/>
          </a:prstGeom>
          <a:noFill/>
        </p:spPr>
        <p:txBody>
          <a:bodyPr wrap="square" lIns="0" tIns="0" rIns="0" bIns="0" anchor="t"/>
          <a:lstStyle/>
          <a:p>
            <a:pPr algn="l">
              <a:lnSpc>
                <a:spcPct val="125000"/>
              </a:lnSpc>
              <a:buNone/>
            </a:pPr>
            <a:r>
              <a:rPr lang="fr-FR" sz="1500" dirty="0">
                <a:solidFill>
                  <a:srgbClr val="F2EDE4"/>
                </a:solidFill>
              </a:rPr>
              <a:t>La langue maîtrisée : mors, gouvernail, feu, animal sauvage, source.</a:t>
            </a:r>
          </a:p>
        </p:txBody>
      </p:sp>
      <p:sp>
        <p:nvSpPr>
          <p:cNvPr id="1212" name="Ref1"/>
          <p:cNvSpPr txBox="1"/>
          <p:nvPr/>
        </p:nvSpPr>
        <p:spPr>
          <a:xfrm>
            <a:off x="4699000" y="1079500"/>
            <a:ext cx="3987800" cy="254000"/>
          </a:xfrm>
          <a:prstGeom prst="rect">
            <a:avLst/>
          </a:prstGeom>
          <a:noFill/>
        </p:spPr>
        <p:txBody>
          <a:bodyPr wrap="square" lIns="0" tIns="0" rIns="0" bIns="0" anchor="t"/>
          <a:lstStyle/>
          <a:p>
            <a:pPr algn="l">
              <a:buNone/>
            </a:pPr>
            <a:r>
              <a:rPr lang="fr-FR" sz="1300" b="1" spc="200" dirty="0">
                <a:solidFill>
                  <a:srgbClr val="D4A857"/>
                </a:solidFill>
              </a:rPr>
              <a:t>Jc 3.13-18</a:t>
            </a:r>
          </a:p>
        </p:txBody>
      </p:sp>
      <p:sp>
        <p:nvSpPr>
          <p:cNvPr id="1213" name="Desc1"/>
          <p:cNvSpPr txBox="1"/>
          <p:nvPr/>
        </p:nvSpPr>
        <p:spPr>
          <a:xfrm>
            <a:off x="4699000" y="1358900"/>
            <a:ext cx="3987800" cy="508000"/>
          </a:xfrm>
          <a:prstGeom prst="rect">
            <a:avLst/>
          </a:prstGeom>
          <a:noFill/>
        </p:spPr>
        <p:txBody>
          <a:bodyPr wrap="square" lIns="0" tIns="0" rIns="0" bIns="0" anchor="t"/>
          <a:lstStyle/>
          <a:p>
            <a:pPr algn="l">
              <a:lnSpc>
                <a:spcPct val="125000"/>
              </a:lnSpc>
              <a:buNone/>
            </a:pPr>
            <a:r>
              <a:rPr lang="fr-FR" sz="1500" dirty="0">
                <a:solidFill>
                  <a:srgbClr val="F2EDE4"/>
                </a:solidFill>
              </a:rPr>
              <a:t>Deux sagesses : d'en haut (paisible, miséricordieuse) ou d'en bas (jalouse).</a:t>
            </a:r>
          </a:p>
        </p:txBody>
      </p:sp>
      <p:sp>
        <p:nvSpPr>
          <p:cNvPr id="1214" name="Ref2"/>
          <p:cNvSpPr txBox="1"/>
          <p:nvPr/>
        </p:nvSpPr>
        <p:spPr>
          <a:xfrm>
            <a:off x="457200" y="2032000"/>
            <a:ext cx="3987800" cy="254000"/>
          </a:xfrm>
          <a:prstGeom prst="rect">
            <a:avLst/>
          </a:prstGeom>
          <a:noFill/>
        </p:spPr>
        <p:txBody>
          <a:bodyPr wrap="square" lIns="0" tIns="0" rIns="0" bIns="0" anchor="t"/>
          <a:lstStyle/>
          <a:p>
            <a:pPr algn="l">
              <a:buNone/>
            </a:pPr>
            <a:r>
              <a:rPr lang="fr-FR" sz="1300" b="1" spc="200" dirty="0">
                <a:solidFill>
                  <a:srgbClr val="D4A857"/>
                </a:solidFill>
              </a:rPr>
              <a:t>Jc 4.1-10</a:t>
            </a:r>
          </a:p>
        </p:txBody>
      </p:sp>
      <p:sp>
        <p:nvSpPr>
          <p:cNvPr id="1215" name="Desc2"/>
          <p:cNvSpPr txBox="1"/>
          <p:nvPr/>
        </p:nvSpPr>
        <p:spPr>
          <a:xfrm>
            <a:off x="457200" y="2311400"/>
            <a:ext cx="3987800" cy="508000"/>
          </a:xfrm>
          <a:prstGeom prst="rect">
            <a:avLst/>
          </a:prstGeom>
          <a:noFill/>
        </p:spPr>
        <p:txBody>
          <a:bodyPr wrap="square" lIns="0" tIns="0" rIns="0" bIns="0" anchor="t"/>
          <a:lstStyle/>
          <a:p>
            <a:pPr algn="l">
              <a:lnSpc>
                <a:spcPct val="125000"/>
              </a:lnSpc>
              <a:buNone/>
            </a:pPr>
            <a:r>
              <a:rPr lang="fr-FR" sz="1500" dirty="0">
                <a:solidFill>
                  <a:srgbClr val="F2EDE4"/>
                </a:solidFill>
              </a:rPr>
              <a:t>La racine des conflits : la convoitise. L'humilité comme issue.</a:t>
            </a:r>
          </a:p>
        </p:txBody>
      </p:sp>
      <p:sp>
        <p:nvSpPr>
          <p:cNvPr id="1216" name="Ref3"/>
          <p:cNvSpPr txBox="1"/>
          <p:nvPr/>
        </p:nvSpPr>
        <p:spPr>
          <a:xfrm>
            <a:off x="4699000" y="2032000"/>
            <a:ext cx="3987800" cy="254000"/>
          </a:xfrm>
          <a:prstGeom prst="rect">
            <a:avLst/>
          </a:prstGeom>
          <a:noFill/>
        </p:spPr>
        <p:txBody>
          <a:bodyPr wrap="square" lIns="0" tIns="0" rIns="0" bIns="0" anchor="t"/>
          <a:lstStyle/>
          <a:p>
            <a:pPr algn="l">
              <a:buNone/>
            </a:pPr>
            <a:r>
              <a:rPr lang="fr-FR" sz="1300" b="1" spc="200" dirty="0">
                <a:solidFill>
                  <a:srgbClr val="D4A857"/>
                </a:solidFill>
              </a:rPr>
              <a:t>Jc 4.13 — 5.6</a:t>
            </a:r>
          </a:p>
        </p:txBody>
      </p:sp>
      <p:sp>
        <p:nvSpPr>
          <p:cNvPr id="1217" name="Desc3"/>
          <p:cNvSpPr txBox="1"/>
          <p:nvPr/>
        </p:nvSpPr>
        <p:spPr>
          <a:xfrm>
            <a:off x="4699000" y="2311400"/>
            <a:ext cx="3987800" cy="508000"/>
          </a:xfrm>
          <a:prstGeom prst="rect">
            <a:avLst/>
          </a:prstGeom>
          <a:noFill/>
        </p:spPr>
        <p:txBody>
          <a:bodyPr wrap="square" lIns="0" tIns="0" rIns="0" bIns="0" anchor="t"/>
          <a:lstStyle/>
          <a:p>
            <a:pPr algn="l">
              <a:lnSpc>
                <a:spcPct val="125000"/>
              </a:lnSpc>
              <a:buNone/>
            </a:pPr>
            <a:r>
              <a:rPr lang="fr-FR" sz="1500" dirty="0">
                <a:solidFill>
                  <a:srgbClr val="F2EDE4"/>
                </a:solidFill>
              </a:rPr>
              <a:t>Présomption de planifier sans Dieu. Avertissement aux riches injustes.</a:t>
            </a:r>
          </a:p>
        </p:txBody>
      </p:sp>
      <p:sp>
        <p:nvSpPr>
          <p:cNvPr id="1218" name="Ref4"/>
          <p:cNvSpPr txBox="1"/>
          <p:nvPr/>
        </p:nvSpPr>
        <p:spPr>
          <a:xfrm>
            <a:off x="457200" y="2984500"/>
            <a:ext cx="3987800" cy="254000"/>
          </a:xfrm>
          <a:prstGeom prst="rect">
            <a:avLst/>
          </a:prstGeom>
          <a:noFill/>
        </p:spPr>
        <p:txBody>
          <a:bodyPr wrap="square" lIns="0" tIns="0" rIns="0" bIns="0" anchor="t"/>
          <a:lstStyle/>
          <a:p>
            <a:pPr algn="l">
              <a:buNone/>
            </a:pPr>
            <a:r>
              <a:rPr lang="fr-FR" sz="1300" b="1" spc="200" dirty="0">
                <a:solidFill>
                  <a:srgbClr val="D4A857"/>
                </a:solidFill>
              </a:rPr>
              <a:t>Jc 5.13-18</a:t>
            </a:r>
          </a:p>
        </p:txBody>
      </p:sp>
      <p:sp>
        <p:nvSpPr>
          <p:cNvPr id="1219" name="Desc4"/>
          <p:cNvSpPr txBox="1"/>
          <p:nvPr/>
        </p:nvSpPr>
        <p:spPr>
          <a:xfrm>
            <a:off x="457200" y="3263900"/>
            <a:ext cx="3987800" cy="508000"/>
          </a:xfrm>
          <a:prstGeom prst="rect">
            <a:avLst/>
          </a:prstGeom>
          <a:noFill/>
        </p:spPr>
        <p:txBody>
          <a:bodyPr wrap="square" lIns="0" tIns="0" rIns="0" bIns="0" anchor="t"/>
          <a:lstStyle/>
          <a:p>
            <a:pPr algn="l">
              <a:lnSpc>
                <a:spcPct val="125000"/>
              </a:lnSpc>
              <a:buNone/>
            </a:pPr>
            <a:r>
              <a:rPr lang="fr-FR" sz="1500" dirty="0">
                <a:solidFill>
                  <a:srgbClr val="F2EDE4"/>
                </a:solidFill>
              </a:rPr>
              <a:t>La prière comme exercice quotidien : confession, intercession, guérison.</a:t>
            </a:r>
          </a:p>
        </p:txBody>
      </p:sp>
      <p:sp>
        <p:nvSpPr>
          <p:cNvPr id="1220" name="Ref5"/>
          <p:cNvSpPr txBox="1"/>
          <p:nvPr/>
        </p:nvSpPr>
        <p:spPr>
          <a:xfrm>
            <a:off x="4699000" y="2984500"/>
            <a:ext cx="3987800" cy="254000"/>
          </a:xfrm>
          <a:prstGeom prst="rect">
            <a:avLst/>
          </a:prstGeom>
          <a:noFill/>
        </p:spPr>
        <p:txBody>
          <a:bodyPr wrap="square" lIns="0" tIns="0" rIns="0" bIns="0" anchor="t"/>
          <a:lstStyle/>
          <a:p>
            <a:pPr algn="l">
              <a:buNone/>
            </a:pPr>
            <a:r>
              <a:rPr lang="fr-FR" sz="1300" b="1" spc="200" dirty="0">
                <a:solidFill>
                  <a:srgbClr val="D4A857"/>
                </a:solidFill>
              </a:rPr>
              <a:t>Jc 5.19-20</a:t>
            </a:r>
          </a:p>
        </p:txBody>
      </p:sp>
      <p:sp>
        <p:nvSpPr>
          <p:cNvPr id="1221" name="Desc5"/>
          <p:cNvSpPr txBox="1"/>
          <p:nvPr/>
        </p:nvSpPr>
        <p:spPr>
          <a:xfrm>
            <a:off x="4699000" y="3263900"/>
            <a:ext cx="3987800" cy="508000"/>
          </a:xfrm>
          <a:prstGeom prst="rect">
            <a:avLst/>
          </a:prstGeom>
          <a:noFill/>
        </p:spPr>
        <p:txBody>
          <a:bodyPr wrap="square" lIns="0" tIns="0" rIns="0" bIns="0" anchor="t"/>
          <a:lstStyle/>
          <a:p>
            <a:pPr algn="l">
              <a:lnSpc>
                <a:spcPct val="125000"/>
              </a:lnSpc>
              <a:buNone/>
            </a:pPr>
            <a:r>
              <a:rPr lang="fr-FR" sz="1500" dirty="0">
                <a:solidFill>
                  <a:srgbClr val="F2EDE4"/>
                </a:solidFill>
              </a:rPr>
              <a:t>Ramener celui qui s'égare : la mission communautaire de la foi.</a:t>
            </a:r>
          </a:p>
        </p:txBody>
      </p:sp>
      <p:sp>
        <p:nvSpPr>
          <p:cNvPr id="1300" name="PivotBG"/>
          <p:cNvSpPr/>
          <p:nvPr/>
        </p:nvSpPr>
        <p:spPr>
          <a:xfrm>
            <a:off x="457200" y="4064000"/>
            <a:ext cx="8229600" cy="698500"/>
          </a:xfrm>
          <a:prstGeom prst="rect">
            <a:avLst/>
          </a:prstGeom>
          <a:solidFill>
            <a:srgbClr val="262C3D"/>
          </a:solidFill>
          <a:ln>
            <a:noFill/>
          </a:ln>
        </p:spPr>
        <p:txBody>
          <a:bodyPr/>
          <a:lstStyle/>
          <a:p>
            <a:endParaRPr/>
          </a:p>
        </p:txBody>
      </p:sp>
      <p:sp>
        <p:nvSpPr>
          <p:cNvPr id="1301" name="PivotBar"/>
          <p:cNvSpPr/>
          <p:nvPr/>
        </p:nvSpPr>
        <p:spPr>
          <a:xfrm>
            <a:off x="457200" y="4064000"/>
            <a:ext cx="63500" cy="698500"/>
          </a:xfrm>
          <a:prstGeom prst="rect">
            <a:avLst/>
          </a:prstGeom>
          <a:solidFill>
            <a:srgbClr val="D4A857"/>
          </a:solidFill>
          <a:ln>
            <a:noFill/>
          </a:ln>
        </p:spPr>
        <p:txBody>
          <a:bodyPr/>
          <a:lstStyle/>
          <a:p>
            <a:endParaRPr/>
          </a:p>
        </p:txBody>
      </p:sp>
      <p:sp>
        <p:nvSpPr>
          <p:cNvPr id="1302" name="PivotLabel"/>
          <p:cNvSpPr txBox="1"/>
          <p:nvPr/>
        </p:nvSpPr>
        <p:spPr>
          <a:xfrm>
            <a:off x="698500" y="4165600"/>
            <a:ext cx="762000" cy="228600"/>
          </a:xfrm>
          <a:prstGeom prst="rect">
            <a:avLst/>
          </a:prstGeom>
          <a:noFill/>
        </p:spPr>
        <p:txBody>
          <a:bodyPr wrap="square" lIns="0" tIns="0" rIns="0" bIns="0" anchor="t"/>
          <a:lstStyle/>
          <a:p>
            <a:pPr algn="l">
              <a:buNone/>
            </a:pPr>
            <a:r>
              <a:rPr lang="fr-FR" sz="1200" b="1" spc="400" dirty="0">
                <a:solidFill>
                  <a:srgbClr val="D4A857"/>
                </a:solidFill>
              </a:rPr>
              <a:t>PIVOT</a:t>
            </a:r>
          </a:p>
        </p:txBody>
      </p:sp>
      <p:sp>
        <p:nvSpPr>
          <p:cNvPr id="1303" name="PivotMain"/>
          <p:cNvSpPr txBox="1"/>
          <p:nvPr/>
        </p:nvSpPr>
        <p:spPr>
          <a:xfrm>
            <a:off x="698500" y="4381500"/>
            <a:ext cx="7874000" cy="355600"/>
          </a:xfrm>
          <a:prstGeom prst="rect">
            <a:avLst/>
          </a:prstGeom>
          <a:noFill/>
        </p:spPr>
        <p:txBody>
          <a:bodyPr wrap="square" lIns="0" tIns="0" rIns="0" bIns="0" anchor="t"/>
          <a:lstStyle/>
          <a:p>
            <a:pPr algn="l">
              <a:lnSpc>
                <a:spcPct val="125000"/>
              </a:lnSpc>
              <a:buNone/>
            </a:pPr>
            <a:r>
              <a:rPr lang="fr-FR" sz="1500" i="1" dirty="0">
                <a:solidFill>
                  <a:srgbClr val="F2EDE4"/>
                </a:solidFill>
                <a:latin typeface="Playfair Display"/>
              </a:rPr>
              <a:t>Persévérer, produire, et finalement purifier la bouche, le cœur et les relations.</a:t>
            </a:r>
          </a:p>
        </p:txBody>
      </p:sp>
      <p:sp>
        <p:nvSpPr>
          <p:cNvPr id="1304" name="Page"/>
          <p:cNvSpPr txBox="1"/>
          <p:nvPr/>
        </p:nvSpPr>
        <p:spPr>
          <a:xfrm>
            <a:off x="7874000" y="4864100"/>
            <a:ext cx="762000" cy="190500"/>
          </a:xfrm>
          <a:prstGeom prst="rect">
            <a:avLst/>
          </a:prstGeom>
          <a:noFill/>
        </p:spPr>
        <p:txBody>
          <a:bodyPr wrap="square" lIns="0" tIns="0" rIns="0" bIns="0" anchor="t"/>
          <a:lstStyle/>
          <a:p>
            <a:pPr algn="r">
              <a:buNone/>
            </a:pPr>
            <a:r>
              <a:rPr lang="fr-FR" sz="1000" spc="200" dirty="0">
                <a:solidFill>
                  <a:srgbClr val="B8B0A0"/>
                </a:solidFill>
              </a:rPr>
              <a:t>09 / 10</a:t>
            </a:r>
          </a:p>
        </p:txBody>
      </p:sp>
    </p:spTree>
    <p:extLst>
      <p:ext uri="{BB962C8B-B14F-4D97-AF65-F5344CB8AC3E}">
        <p14:creationId xmlns:p14="http://schemas.microsoft.com/office/powerpoint/2010/main" val="10198353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21215"/>
        </a:solidFill>
        <a:effectLst/>
      </p:bgPr>
    </p:bg>
    <p:spTree>
      <p:nvGrpSpPr>
        <p:cNvPr id="1" name=""/>
        <p:cNvGrpSpPr/>
        <p:nvPr/>
      </p:nvGrpSpPr>
      <p:grpSpPr>
        <a:xfrm>
          <a:off x="0" y="0"/>
          <a:ext cx="0" cy="0"/>
          <a:chOff x="0" y="0"/>
          <a:chExt cx="0" cy="0"/>
        </a:xfrm>
      </p:grpSpPr>
      <p:sp>
        <p:nvSpPr>
          <p:cNvPr id="1400" name="Eyebrow"/>
          <p:cNvSpPr txBox="1"/>
          <p:nvPr/>
        </p:nvSpPr>
        <p:spPr>
          <a:xfrm>
            <a:off x="457200" y="635000"/>
            <a:ext cx="8229600" cy="254000"/>
          </a:xfrm>
          <a:prstGeom prst="rect">
            <a:avLst/>
          </a:prstGeom>
          <a:noFill/>
        </p:spPr>
        <p:txBody>
          <a:bodyPr wrap="square" lIns="0" tIns="0" rIns="0" bIns="0" anchor="t"/>
          <a:lstStyle/>
          <a:p>
            <a:pPr algn="l">
              <a:buNone/>
            </a:pPr>
            <a:r>
              <a:rPr lang="fr-FR" sz="1400" b="1" spc="400" dirty="0">
                <a:solidFill>
                  <a:srgbClr val="D4A857"/>
                </a:solidFill>
              </a:rPr>
              <a:t>POUR ALLER PLUS LOIN</a:t>
            </a:r>
          </a:p>
        </p:txBody>
      </p:sp>
      <p:sp>
        <p:nvSpPr>
          <p:cNvPr id="1401" name="Rule"/>
          <p:cNvSpPr/>
          <p:nvPr/>
        </p:nvSpPr>
        <p:spPr>
          <a:xfrm>
            <a:off x="457200" y="1016000"/>
            <a:ext cx="762000" cy="25400"/>
          </a:xfrm>
          <a:prstGeom prst="rect">
            <a:avLst/>
          </a:prstGeom>
          <a:solidFill>
            <a:srgbClr val="D4A857"/>
          </a:solidFill>
          <a:ln>
            <a:noFill/>
          </a:ln>
        </p:spPr>
        <p:txBody>
          <a:bodyPr/>
          <a:lstStyle/>
          <a:p>
            <a:endParaRPr/>
          </a:p>
        </p:txBody>
      </p:sp>
      <p:sp>
        <p:nvSpPr>
          <p:cNvPr id="1402" name="ScriptBG"/>
          <p:cNvSpPr/>
          <p:nvPr/>
        </p:nvSpPr>
        <p:spPr>
          <a:xfrm>
            <a:off x="457200" y="1270000"/>
            <a:ext cx="8229600" cy="1651000"/>
          </a:xfrm>
          <a:prstGeom prst="rect">
            <a:avLst/>
          </a:prstGeom>
          <a:solidFill>
            <a:srgbClr val="262C3D"/>
          </a:solidFill>
          <a:ln>
            <a:noFill/>
          </a:ln>
        </p:spPr>
        <p:txBody>
          <a:bodyPr/>
          <a:lstStyle/>
          <a:p>
            <a:endParaRPr/>
          </a:p>
        </p:txBody>
      </p:sp>
      <p:sp>
        <p:nvSpPr>
          <p:cNvPr id="1403" name="ScriptBar"/>
          <p:cNvSpPr/>
          <p:nvPr/>
        </p:nvSpPr>
        <p:spPr>
          <a:xfrm>
            <a:off x="457200" y="1270000"/>
            <a:ext cx="63500" cy="1651000"/>
          </a:xfrm>
          <a:prstGeom prst="rect">
            <a:avLst/>
          </a:prstGeom>
          <a:solidFill>
            <a:srgbClr val="D4A857"/>
          </a:solidFill>
          <a:ln>
            <a:noFill/>
          </a:ln>
        </p:spPr>
        <p:txBody>
          <a:bodyPr/>
          <a:lstStyle/>
          <a:p>
            <a:endParaRPr/>
          </a:p>
        </p:txBody>
      </p:sp>
      <p:sp>
        <p:nvSpPr>
          <p:cNvPr id="1404" name="ScriptRef"/>
          <p:cNvSpPr txBox="1"/>
          <p:nvPr/>
        </p:nvSpPr>
        <p:spPr>
          <a:xfrm>
            <a:off x="685800" y="1422400"/>
            <a:ext cx="7848600" cy="254000"/>
          </a:xfrm>
          <a:prstGeom prst="rect">
            <a:avLst/>
          </a:prstGeom>
          <a:noFill/>
        </p:spPr>
        <p:txBody>
          <a:bodyPr wrap="square" lIns="0" tIns="0" rIns="0" bIns="0" anchor="t"/>
          <a:lstStyle/>
          <a:p>
            <a:pPr algn="l">
              <a:buNone/>
            </a:pPr>
            <a:r>
              <a:rPr lang="fr-FR" sz="1200" b="1" spc="400" dirty="0">
                <a:solidFill>
                  <a:srgbClr val="D4A857"/>
                </a:solidFill>
              </a:rPr>
              <a:t>JACQUES 5.19-20</a:t>
            </a:r>
          </a:p>
        </p:txBody>
      </p:sp>
      <p:sp>
        <p:nvSpPr>
          <p:cNvPr id="1405" name="ScriptText"/>
          <p:cNvSpPr txBox="1"/>
          <p:nvPr/>
        </p:nvSpPr>
        <p:spPr>
          <a:xfrm>
            <a:off x="685800" y="1752600"/>
            <a:ext cx="7848600" cy="1079500"/>
          </a:xfrm>
          <a:prstGeom prst="rect">
            <a:avLst/>
          </a:prstGeom>
          <a:noFill/>
        </p:spPr>
        <p:txBody>
          <a:bodyPr wrap="square" lIns="0" tIns="0" rIns="0" bIns="0" anchor="t"/>
          <a:lstStyle/>
          <a:p>
            <a:pPr algn="l">
              <a:lnSpc>
                <a:spcPct val="130000"/>
              </a:lnSpc>
              <a:buNone/>
            </a:pPr>
            <a:r>
              <a:rPr lang="fr-FR" sz="1500" i="1" dirty="0">
                <a:solidFill>
                  <a:srgbClr val="F2EDE4"/>
                </a:solidFill>
                <a:latin typeface="Playfair Display"/>
              </a:rPr>
              <a:t>Mes frères, si quelqu'un parmi vous s'est égaré loin de la vérité et qu'un autre l'y ramène, qu'il sache que celui qui ramènera un pécheur de la voie où il s'égarait sauvera une âme de la mort et couvrira une multitude de péchés.</a:t>
            </a:r>
          </a:p>
        </p:txBody>
      </p:sp>
      <p:sp>
        <p:nvSpPr>
          <p:cNvPr id="1406" name="AppHeading"/>
          <p:cNvSpPr txBox="1"/>
          <p:nvPr/>
        </p:nvSpPr>
        <p:spPr>
          <a:xfrm>
            <a:off x="457200" y="3149600"/>
            <a:ext cx="8229600" cy="317500"/>
          </a:xfrm>
          <a:prstGeom prst="rect">
            <a:avLst/>
          </a:prstGeom>
          <a:noFill/>
        </p:spPr>
        <p:txBody>
          <a:bodyPr wrap="square" lIns="0" tIns="0" rIns="0" bIns="0" anchor="t"/>
          <a:lstStyle/>
          <a:p>
            <a:pPr algn="l">
              <a:buNone/>
            </a:pPr>
            <a:r>
              <a:rPr lang="fr-FR" sz="1700" b="1" spc="200" dirty="0">
                <a:solidFill>
                  <a:srgbClr val="D4A857"/>
                </a:solidFill>
              </a:rPr>
              <a:t>L'APPLICATION</a:t>
            </a:r>
          </a:p>
        </p:txBody>
      </p:sp>
      <p:sp>
        <p:nvSpPr>
          <p:cNvPr id="1410" name="AppNum0BG"/>
          <p:cNvSpPr/>
          <p:nvPr/>
        </p:nvSpPr>
        <p:spPr>
          <a:xfrm>
            <a:off x="457200" y="3581400"/>
            <a:ext cx="355600" cy="279400"/>
          </a:xfrm>
          <a:prstGeom prst="rect">
            <a:avLst/>
          </a:prstGeom>
          <a:solidFill>
            <a:srgbClr val="D4A857"/>
          </a:solidFill>
          <a:ln>
            <a:noFill/>
          </a:ln>
        </p:spPr>
        <p:txBody>
          <a:bodyPr/>
          <a:lstStyle/>
          <a:p>
            <a:endParaRPr/>
          </a:p>
        </p:txBody>
      </p:sp>
      <p:sp>
        <p:nvSpPr>
          <p:cNvPr id="1411" name="AppNum0"/>
          <p:cNvSpPr txBox="1"/>
          <p:nvPr/>
        </p:nvSpPr>
        <p:spPr>
          <a:xfrm>
            <a:off x="457200" y="3606800"/>
            <a:ext cx="355600" cy="254000"/>
          </a:xfrm>
          <a:prstGeom prst="rect">
            <a:avLst/>
          </a:prstGeom>
          <a:noFill/>
        </p:spPr>
        <p:txBody>
          <a:bodyPr wrap="square" lIns="0" tIns="0" rIns="0" bIns="0" anchor="ctr"/>
          <a:lstStyle/>
          <a:p>
            <a:pPr algn="ctr">
              <a:buNone/>
            </a:pPr>
            <a:r>
              <a:rPr lang="fr-FR" sz="1400" b="1" dirty="0">
                <a:solidFill>
                  <a:srgbClr val="1A1F2E"/>
                </a:solidFill>
              </a:rPr>
              <a:t>01</a:t>
            </a:r>
          </a:p>
        </p:txBody>
      </p:sp>
      <p:sp>
        <p:nvSpPr>
          <p:cNvPr id="1412" name="AppText0"/>
          <p:cNvSpPr txBox="1"/>
          <p:nvPr/>
        </p:nvSpPr>
        <p:spPr>
          <a:xfrm>
            <a:off x="965200" y="3606800"/>
            <a:ext cx="7620000" cy="355600"/>
          </a:xfrm>
          <a:prstGeom prst="rect">
            <a:avLst/>
          </a:prstGeom>
          <a:noFill/>
        </p:spPr>
        <p:txBody>
          <a:bodyPr wrap="square" lIns="0" tIns="0" rIns="0" bIns="0" anchor="t"/>
          <a:lstStyle/>
          <a:p>
            <a:pPr algn="l">
              <a:lnSpc>
                <a:spcPct val="125000"/>
              </a:lnSpc>
              <a:buNone/>
            </a:pPr>
            <a:r>
              <a:rPr lang="fr-FR" sz="1500" dirty="0">
                <a:solidFill>
                  <a:srgbClr val="F2EDE4"/>
                </a:solidFill>
              </a:rPr>
              <a:t>Votre persévérance est aussi pour celui qui ploie à côté de vous.</a:t>
            </a:r>
          </a:p>
        </p:txBody>
      </p:sp>
      <p:sp>
        <p:nvSpPr>
          <p:cNvPr id="1413" name="AppNum1BG"/>
          <p:cNvSpPr/>
          <p:nvPr/>
        </p:nvSpPr>
        <p:spPr>
          <a:xfrm>
            <a:off x="457200" y="3987800"/>
            <a:ext cx="355600" cy="279400"/>
          </a:xfrm>
          <a:prstGeom prst="rect">
            <a:avLst/>
          </a:prstGeom>
          <a:solidFill>
            <a:srgbClr val="D4A857"/>
          </a:solidFill>
          <a:ln>
            <a:noFill/>
          </a:ln>
        </p:spPr>
        <p:txBody>
          <a:bodyPr/>
          <a:lstStyle/>
          <a:p>
            <a:endParaRPr/>
          </a:p>
        </p:txBody>
      </p:sp>
      <p:sp>
        <p:nvSpPr>
          <p:cNvPr id="1414" name="AppNum1"/>
          <p:cNvSpPr txBox="1"/>
          <p:nvPr/>
        </p:nvSpPr>
        <p:spPr>
          <a:xfrm>
            <a:off x="457200" y="4013200"/>
            <a:ext cx="355600" cy="254000"/>
          </a:xfrm>
          <a:prstGeom prst="rect">
            <a:avLst/>
          </a:prstGeom>
          <a:noFill/>
        </p:spPr>
        <p:txBody>
          <a:bodyPr wrap="square" lIns="0" tIns="0" rIns="0" bIns="0" anchor="ctr"/>
          <a:lstStyle/>
          <a:p>
            <a:pPr algn="ctr">
              <a:buNone/>
            </a:pPr>
            <a:r>
              <a:rPr lang="fr-FR" sz="1400" b="1" dirty="0">
                <a:solidFill>
                  <a:srgbClr val="1A1F2E"/>
                </a:solidFill>
              </a:rPr>
              <a:t>02</a:t>
            </a:r>
          </a:p>
        </p:txBody>
      </p:sp>
      <p:sp>
        <p:nvSpPr>
          <p:cNvPr id="1415" name="AppText1"/>
          <p:cNvSpPr txBox="1"/>
          <p:nvPr/>
        </p:nvSpPr>
        <p:spPr>
          <a:xfrm>
            <a:off x="965200" y="4013200"/>
            <a:ext cx="7620000" cy="355600"/>
          </a:xfrm>
          <a:prstGeom prst="rect">
            <a:avLst/>
          </a:prstGeom>
          <a:noFill/>
        </p:spPr>
        <p:txBody>
          <a:bodyPr wrap="square" lIns="0" tIns="0" rIns="0" bIns="0" anchor="t"/>
          <a:lstStyle/>
          <a:p>
            <a:pPr algn="l">
              <a:lnSpc>
                <a:spcPct val="125000"/>
              </a:lnSpc>
              <a:buNone/>
            </a:pPr>
            <a:r>
              <a:rPr lang="fr-FR" sz="1500" dirty="0">
                <a:solidFill>
                  <a:srgbClr val="F2EDE4"/>
                </a:solidFill>
              </a:rPr>
              <a:t>Vos œuvres sont aussi pour celui qui ne peut plus rien rendre.</a:t>
            </a:r>
          </a:p>
        </p:txBody>
      </p:sp>
      <p:sp>
        <p:nvSpPr>
          <p:cNvPr id="1416" name="AppNum2BG"/>
          <p:cNvSpPr/>
          <p:nvPr/>
        </p:nvSpPr>
        <p:spPr>
          <a:xfrm>
            <a:off x="457200" y="4394200"/>
            <a:ext cx="355600" cy="279400"/>
          </a:xfrm>
          <a:prstGeom prst="rect">
            <a:avLst/>
          </a:prstGeom>
          <a:solidFill>
            <a:srgbClr val="D4A857"/>
          </a:solidFill>
          <a:ln>
            <a:noFill/>
          </a:ln>
        </p:spPr>
        <p:txBody>
          <a:bodyPr/>
          <a:lstStyle/>
          <a:p>
            <a:endParaRPr/>
          </a:p>
        </p:txBody>
      </p:sp>
      <p:sp>
        <p:nvSpPr>
          <p:cNvPr id="1417" name="AppNum2"/>
          <p:cNvSpPr txBox="1"/>
          <p:nvPr/>
        </p:nvSpPr>
        <p:spPr>
          <a:xfrm>
            <a:off x="457200" y="4419600"/>
            <a:ext cx="355600" cy="254000"/>
          </a:xfrm>
          <a:prstGeom prst="rect">
            <a:avLst/>
          </a:prstGeom>
          <a:noFill/>
        </p:spPr>
        <p:txBody>
          <a:bodyPr wrap="square" lIns="0" tIns="0" rIns="0" bIns="0" anchor="ctr"/>
          <a:lstStyle/>
          <a:p>
            <a:pPr algn="ctr">
              <a:buNone/>
            </a:pPr>
            <a:r>
              <a:rPr lang="fr-FR" sz="1400" b="1" dirty="0">
                <a:solidFill>
                  <a:srgbClr val="1A1F2E"/>
                </a:solidFill>
              </a:rPr>
              <a:t>03</a:t>
            </a:r>
          </a:p>
        </p:txBody>
      </p:sp>
      <p:sp>
        <p:nvSpPr>
          <p:cNvPr id="1418" name="AppText2"/>
          <p:cNvSpPr txBox="1"/>
          <p:nvPr/>
        </p:nvSpPr>
        <p:spPr>
          <a:xfrm>
            <a:off x="965200" y="4419600"/>
            <a:ext cx="7620000" cy="355600"/>
          </a:xfrm>
          <a:prstGeom prst="rect">
            <a:avLst/>
          </a:prstGeom>
          <a:noFill/>
        </p:spPr>
        <p:txBody>
          <a:bodyPr wrap="square" lIns="0" tIns="0" rIns="0" bIns="0" anchor="t"/>
          <a:lstStyle/>
          <a:p>
            <a:pPr algn="l">
              <a:lnSpc>
                <a:spcPct val="125000"/>
              </a:lnSpc>
              <a:buNone/>
            </a:pPr>
            <a:r>
              <a:rPr lang="fr-FR" sz="1500" dirty="0">
                <a:solidFill>
                  <a:srgbClr val="F2EDE4"/>
                </a:solidFill>
              </a:rPr>
              <a:t>Votre parole et votre prière sont aussi pour celui qui s'est égaré.</a:t>
            </a:r>
          </a:p>
        </p:txBody>
      </p:sp>
      <p:sp>
        <p:nvSpPr>
          <p:cNvPr id="1419" name="Page"/>
          <p:cNvSpPr txBox="1"/>
          <p:nvPr/>
        </p:nvSpPr>
        <p:spPr>
          <a:xfrm>
            <a:off x="7874000" y="4864100"/>
            <a:ext cx="762000" cy="190500"/>
          </a:xfrm>
          <a:prstGeom prst="rect">
            <a:avLst/>
          </a:prstGeom>
          <a:noFill/>
        </p:spPr>
        <p:txBody>
          <a:bodyPr wrap="square" lIns="0" tIns="0" rIns="0" bIns="0" anchor="t"/>
          <a:lstStyle/>
          <a:p>
            <a:pPr algn="r">
              <a:buNone/>
            </a:pPr>
            <a:r>
              <a:rPr lang="fr-FR" sz="1000" spc="200" dirty="0">
                <a:solidFill>
                  <a:srgbClr val="B8B0A0"/>
                </a:solidFill>
              </a:rPr>
              <a:t>10 / 10</a:t>
            </a:r>
          </a:p>
        </p:txBody>
      </p:sp>
    </p:spTree>
    <p:extLst>
      <p:ext uri="{BB962C8B-B14F-4D97-AF65-F5344CB8AC3E}">
        <p14:creationId xmlns:p14="http://schemas.microsoft.com/office/powerpoint/2010/main" val="3305160699"/>
      </p:ext>
    </p:extLst>
  </p:cSld>
  <p:clrMapOvr>
    <a:masterClrMapping/>
  </p:clrMapOvr>
</p:sld>
</file>

<file path=ppt/theme/theme1.xml><?xml version="1.0" encoding="utf-8"?>
<a:theme xmlns:a="http://schemas.openxmlformats.org/drawingml/2006/main" name="Office Theme [1777373599708]">
  <a:themeElements>
    <a:clrScheme name="Office">
      <a:dk1>
        <a:srgbClr val="F2EDE4"/>
      </a:dk1>
      <a:lt1>
        <a:srgbClr val="1A1F2E"/>
      </a:lt1>
      <a:dk2>
        <a:srgbClr val="B8B0A0"/>
      </a:dk2>
      <a:lt2>
        <a:srgbClr val="262C3D"/>
      </a:lt2>
      <a:accent1>
        <a:srgbClr val="D4A857"/>
      </a:accent1>
      <a:accent2>
        <a:srgbClr val="C97A50"/>
      </a:accent2>
      <a:accent3>
        <a:srgbClr val="8B9DA7"/>
      </a:accent3>
      <a:accent4>
        <a:srgbClr val="9CAF88"/>
      </a:accent4>
      <a:accent5>
        <a:srgbClr val="B8B0A0"/>
      </a:accent5>
      <a:accent6>
        <a:srgbClr val="8B5A3C"/>
      </a:accent6>
      <a:hlink>
        <a:srgbClr val="0563C1"/>
      </a:hlink>
      <a:folHlink>
        <a:srgbClr val="954F72"/>
      </a:folHlink>
    </a:clrScheme>
    <a:fontScheme name="Office">
      <a:majorFont>
        <a:latin typeface="Playfair Display"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ource Sans Pro"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671F0BD7-22F8-4A3C-9F27-2E50D3A6C7E2}">
  <we:reference id="wa200010001" version="1.0.0.1" store="en-US" storeType="OMEX"/>
  <we:alternateReferences>
    <we:reference id="wa200010001" version="1.0.0.1" store="en-US" storeType="OMEX"/>
  </we:alternateReferences>
  <we:properties>
    <we:property name="claude.fileId" value="&quot;bd468ab8-f563-4532-87d3-a3203b80c284&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8</TotalTime>
  <Words>620</Words>
  <Application>Microsoft Office PowerPoint</Application>
  <PresentationFormat>Affichage à l'écran (16:9)</PresentationFormat>
  <Paragraphs>113</Paragraphs>
  <Slides>10</Slides>
  <Notes>10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10</vt:i4>
      </vt:variant>
    </vt:vector>
  </HeadingPairs>
  <TitlesOfParts>
    <vt:vector size="14" baseType="lpstr">
      <vt:lpstr>Arial</vt:lpstr>
      <vt:lpstr>Playfair Display</vt:lpstr>
      <vt:lpstr>Source Sans Pro</vt:lpstr>
      <vt:lpstr>Office Theme [1777373599708]</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Une foi qui tient — Jacques</dc:title>
  <dc:subject>PptxGenJS Presentation</dc:subject>
  <dc:creator>Pasteur André-Guy Bruneau</dc:creator>
  <cp:lastModifiedBy>André-Guy Bruneau</cp:lastModifiedBy>
  <cp:revision>1</cp:revision>
  <dcterms:created xsi:type="dcterms:W3CDTF">2026-04-28T10:44:45Z</dcterms:created>
  <dcterms:modified xsi:type="dcterms:W3CDTF">2026-04-28T10:58:45Z</dcterms:modified>
</cp:coreProperties>
</file>